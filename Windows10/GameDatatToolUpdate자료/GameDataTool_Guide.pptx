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58" r:id="rId4"/>
  </p:sldMasterIdLst>
  <p:notesMasterIdLst>
    <p:notesMasterId r:id="rId67"/>
  </p:notesMasterIdLst>
  <p:handoutMasterIdLst>
    <p:handoutMasterId r:id="rId68"/>
  </p:handoutMasterIdLst>
  <p:sldIdLst>
    <p:sldId id="690" r:id="rId5"/>
    <p:sldId id="691" r:id="rId6"/>
    <p:sldId id="745" r:id="rId7"/>
    <p:sldId id="746" r:id="rId8"/>
    <p:sldId id="767" r:id="rId9"/>
    <p:sldId id="760" r:id="rId10"/>
    <p:sldId id="748" r:id="rId11"/>
    <p:sldId id="753" r:id="rId12"/>
    <p:sldId id="754" r:id="rId13"/>
    <p:sldId id="755" r:id="rId14"/>
    <p:sldId id="756" r:id="rId15"/>
    <p:sldId id="768" r:id="rId16"/>
    <p:sldId id="781" r:id="rId17"/>
    <p:sldId id="769" r:id="rId18"/>
    <p:sldId id="770" r:id="rId19"/>
    <p:sldId id="771" r:id="rId20"/>
    <p:sldId id="772" r:id="rId21"/>
    <p:sldId id="773" r:id="rId22"/>
    <p:sldId id="774" r:id="rId23"/>
    <p:sldId id="775" r:id="rId24"/>
    <p:sldId id="776" r:id="rId25"/>
    <p:sldId id="777" r:id="rId26"/>
    <p:sldId id="814" r:id="rId27"/>
    <p:sldId id="778" r:id="rId28"/>
    <p:sldId id="757" r:id="rId29"/>
    <p:sldId id="759" r:id="rId30"/>
    <p:sldId id="758" r:id="rId31"/>
    <p:sldId id="803" r:id="rId32"/>
    <p:sldId id="804" r:id="rId33"/>
    <p:sldId id="805" r:id="rId34"/>
    <p:sldId id="806" r:id="rId35"/>
    <p:sldId id="761" r:id="rId36"/>
    <p:sldId id="762" r:id="rId37"/>
    <p:sldId id="763" r:id="rId38"/>
    <p:sldId id="764" r:id="rId39"/>
    <p:sldId id="765" r:id="rId40"/>
    <p:sldId id="801" r:id="rId41"/>
    <p:sldId id="802" r:id="rId42"/>
    <p:sldId id="807" r:id="rId43"/>
    <p:sldId id="782" r:id="rId44"/>
    <p:sldId id="783" r:id="rId45"/>
    <p:sldId id="787" r:id="rId46"/>
    <p:sldId id="788" r:id="rId47"/>
    <p:sldId id="789" r:id="rId48"/>
    <p:sldId id="790" r:id="rId49"/>
    <p:sldId id="791" r:id="rId50"/>
    <p:sldId id="792" r:id="rId51"/>
    <p:sldId id="793" r:id="rId52"/>
    <p:sldId id="794" r:id="rId53"/>
    <p:sldId id="784" r:id="rId54"/>
    <p:sldId id="799" r:id="rId55"/>
    <p:sldId id="796" r:id="rId56"/>
    <p:sldId id="797" r:id="rId57"/>
    <p:sldId id="811" r:id="rId58"/>
    <p:sldId id="812" r:id="rId59"/>
    <p:sldId id="813" r:id="rId60"/>
    <p:sldId id="800" r:id="rId61"/>
    <p:sldId id="815" r:id="rId62"/>
    <p:sldId id="816" r:id="rId63"/>
    <p:sldId id="817" r:id="rId64"/>
    <p:sldId id="818" r:id="rId65"/>
    <p:sldId id="819" r:id="rId66"/>
  </p:sldIdLst>
  <p:sldSz cx="14082713" cy="7921625"/>
  <p:notesSz cx="6807200" cy="9939338"/>
  <p:embeddedFontLst>
    <p:embeddedFont>
      <p:font typeface="Koverwatch" panose="02020603020101020101" pitchFamily="18" charset="-127"/>
      <p:regular r:id="rId69"/>
    </p:embeddedFont>
    <p:embeddedFont>
      <p:font typeface="맑은 고딕" panose="020B0503020000020004" pitchFamily="50" charset="-127"/>
      <p:regular r:id="rId70"/>
      <p:bold r:id="rId71"/>
    </p:embeddedFont>
  </p:embeddedFontLst>
  <p:defaultTextStyle>
    <a:defPPr>
      <a:defRPr lang="ko-KR"/>
    </a:defPPr>
    <a:lvl1pPr marL="0" algn="l" defTabSz="1152144" rtl="0" eaLnBrk="1" latinLnBrk="1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6072" algn="l" defTabSz="1152144" rtl="0" eaLnBrk="1" latinLnBrk="1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52144" algn="l" defTabSz="1152144" rtl="0" eaLnBrk="1" latinLnBrk="1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28216" algn="l" defTabSz="1152144" rtl="0" eaLnBrk="1" latinLnBrk="1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304288" algn="l" defTabSz="1152144" rtl="0" eaLnBrk="1" latinLnBrk="1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80360" algn="l" defTabSz="1152144" rtl="0" eaLnBrk="1" latinLnBrk="1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56432" algn="l" defTabSz="1152144" rtl="0" eaLnBrk="1" latinLnBrk="1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32504" algn="l" defTabSz="1152144" rtl="0" eaLnBrk="1" latinLnBrk="1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608576" algn="l" defTabSz="1152144" rtl="0" eaLnBrk="1" latinLnBrk="1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66" userDrawn="1">
          <p15:clr>
            <a:srgbClr val="A4A3A4"/>
          </p15:clr>
        </p15:guide>
        <p15:guide id="8" pos="8268" userDrawn="1">
          <p15:clr>
            <a:srgbClr val="A4A3A4"/>
          </p15:clr>
        </p15:guide>
        <p15:guide id="9" pos="4436" userDrawn="1">
          <p15:clr>
            <a:srgbClr val="A4A3A4"/>
          </p15:clr>
        </p15:guide>
        <p15:guide id="15" orient="horz" pos="4445" userDrawn="1">
          <p15:clr>
            <a:srgbClr val="A4A3A4"/>
          </p15:clr>
        </p15:guide>
        <p15:guide id="16" orient="horz" pos="29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E71D"/>
    <a:srgbClr val="FF4E3B"/>
    <a:srgbClr val="0074BF"/>
    <a:srgbClr val="FE4D3B"/>
    <a:srgbClr val="D7A80C"/>
    <a:srgbClr val="262626"/>
    <a:srgbClr val="00FFCC"/>
    <a:srgbClr val="0074C0"/>
    <a:srgbClr val="404040"/>
    <a:srgbClr val="0072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DF9AA7-87D4-4521-97A8-27884D41F730}" v="2141" dt="2020-08-31T11:07:00.4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14" autoAdjust="0"/>
    <p:restoredTop sz="97553" autoAdjust="0"/>
  </p:normalViewPr>
  <p:slideViewPr>
    <p:cSldViewPr>
      <p:cViewPr varScale="1">
        <p:scale>
          <a:sx n="141" d="100"/>
          <a:sy n="141" d="100"/>
        </p:scale>
        <p:origin x="2562" y="120"/>
      </p:cViewPr>
      <p:guideLst>
        <p:guide orient="horz" pos="1266"/>
        <p:guide pos="8268"/>
        <p:guide pos="4436"/>
        <p:guide orient="horz" pos="4445"/>
        <p:guide orient="horz" pos="29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16" d="100"/>
          <a:sy n="116" d="100"/>
        </p:scale>
        <p:origin x="-5144" y="-64"/>
      </p:cViewPr>
      <p:guideLst>
        <p:guide orient="horz" pos="3131"/>
        <p:guide pos="214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handoutMaster" Target="handoutMasters/handoutMaster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font" Target="fonts/font1.fntdata"/><Relationship Id="rId77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font" Target="fonts/font2.fntdata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microsoft.com/office/2016/11/relationships/changesInfo" Target="changesInfos/changesInfo1.xml"/><Relationship Id="rId7" Type="http://schemas.openxmlformats.org/officeDocument/2006/relationships/slide" Target="slides/slide3.xml"/><Relationship Id="rId71" Type="http://schemas.openxmlformats.org/officeDocument/2006/relationships/font" Target="fonts/font3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태환" userId="37bdad49bf29bd97" providerId="LiveId" clId="{D3DF9AA7-87D4-4521-97A8-27884D41F730}"/>
    <pc:docChg chg="undo custSel addSld delSld modSld sldOrd">
      <pc:chgData name="김 태환" userId="37bdad49bf29bd97" providerId="LiveId" clId="{D3DF9AA7-87D4-4521-97A8-27884D41F730}" dt="2020-09-03T16:48:25.402" v="28040" actId="1076"/>
      <pc:docMkLst>
        <pc:docMk/>
      </pc:docMkLst>
      <pc:sldChg chg="del">
        <pc:chgData name="김 태환" userId="37bdad49bf29bd97" providerId="LiveId" clId="{D3DF9AA7-87D4-4521-97A8-27884D41F730}" dt="2020-08-30T00:11:50.682" v="4" actId="47"/>
        <pc:sldMkLst>
          <pc:docMk/>
          <pc:sldMk cId="1003338622" sldId="614"/>
        </pc:sldMkLst>
      </pc:sldChg>
      <pc:sldChg chg="del">
        <pc:chgData name="김 태환" userId="37bdad49bf29bd97" providerId="LiveId" clId="{D3DF9AA7-87D4-4521-97A8-27884D41F730}" dt="2020-08-30T00:11:47.249" v="1" actId="47"/>
        <pc:sldMkLst>
          <pc:docMk/>
          <pc:sldMk cId="469224905" sldId="615"/>
        </pc:sldMkLst>
      </pc:sldChg>
      <pc:sldChg chg="del">
        <pc:chgData name="김 태환" userId="37bdad49bf29bd97" providerId="LiveId" clId="{D3DF9AA7-87D4-4521-97A8-27884D41F730}" dt="2020-08-30T00:11:52.491" v="6" actId="47"/>
        <pc:sldMkLst>
          <pc:docMk/>
          <pc:sldMk cId="875589781" sldId="616"/>
        </pc:sldMkLst>
      </pc:sldChg>
      <pc:sldChg chg="del">
        <pc:chgData name="김 태환" userId="37bdad49bf29bd97" providerId="LiveId" clId="{D3DF9AA7-87D4-4521-97A8-27884D41F730}" dt="2020-08-30T00:11:53.140" v="7" actId="47"/>
        <pc:sldMkLst>
          <pc:docMk/>
          <pc:sldMk cId="2121671567" sldId="617"/>
        </pc:sldMkLst>
      </pc:sldChg>
      <pc:sldChg chg="del">
        <pc:chgData name="김 태환" userId="37bdad49bf29bd97" providerId="LiveId" clId="{D3DF9AA7-87D4-4521-97A8-27884D41F730}" dt="2020-08-30T00:25:04.981" v="1385" actId="47"/>
        <pc:sldMkLst>
          <pc:docMk/>
          <pc:sldMk cId="265364972" sldId="625"/>
        </pc:sldMkLst>
      </pc:sldChg>
      <pc:sldChg chg="del">
        <pc:chgData name="김 태환" userId="37bdad49bf29bd97" providerId="LiveId" clId="{D3DF9AA7-87D4-4521-97A8-27884D41F730}" dt="2020-08-30T00:11:54.721" v="9" actId="47"/>
        <pc:sldMkLst>
          <pc:docMk/>
          <pc:sldMk cId="1969965653" sldId="627"/>
        </pc:sldMkLst>
      </pc:sldChg>
      <pc:sldChg chg="del">
        <pc:chgData name="김 태환" userId="37bdad49bf29bd97" providerId="LiveId" clId="{D3DF9AA7-87D4-4521-97A8-27884D41F730}" dt="2020-08-30T00:12:17.475" v="30" actId="47"/>
        <pc:sldMkLst>
          <pc:docMk/>
          <pc:sldMk cId="46870328" sldId="628"/>
        </pc:sldMkLst>
      </pc:sldChg>
      <pc:sldChg chg="del">
        <pc:chgData name="김 태환" userId="37bdad49bf29bd97" providerId="LiveId" clId="{D3DF9AA7-87D4-4521-97A8-27884D41F730}" dt="2020-08-30T00:12:00.923" v="16" actId="47"/>
        <pc:sldMkLst>
          <pc:docMk/>
          <pc:sldMk cId="3548310126" sldId="631"/>
        </pc:sldMkLst>
      </pc:sldChg>
      <pc:sldChg chg="del">
        <pc:chgData name="김 태환" userId="37bdad49bf29bd97" providerId="LiveId" clId="{D3DF9AA7-87D4-4521-97A8-27884D41F730}" dt="2020-08-30T00:12:03.522" v="19" actId="47"/>
        <pc:sldMkLst>
          <pc:docMk/>
          <pc:sldMk cId="3030746202" sldId="632"/>
        </pc:sldMkLst>
      </pc:sldChg>
      <pc:sldChg chg="del">
        <pc:chgData name="김 태환" userId="37bdad49bf29bd97" providerId="LiveId" clId="{D3DF9AA7-87D4-4521-97A8-27884D41F730}" dt="2020-08-30T00:12:11.396" v="26" actId="47"/>
        <pc:sldMkLst>
          <pc:docMk/>
          <pc:sldMk cId="125128263" sldId="633"/>
        </pc:sldMkLst>
      </pc:sldChg>
      <pc:sldChg chg="del">
        <pc:chgData name="김 태환" userId="37bdad49bf29bd97" providerId="LiveId" clId="{D3DF9AA7-87D4-4521-97A8-27884D41F730}" dt="2020-08-30T00:11:51.541" v="5" actId="47"/>
        <pc:sldMkLst>
          <pc:docMk/>
          <pc:sldMk cId="672801382" sldId="634"/>
        </pc:sldMkLst>
      </pc:sldChg>
      <pc:sldChg chg="del">
        <pc:chgData name="김 태환" userId="37bdad49bf29bd97" providerId="LiveId" clId="{D3DF9AA7-87D4-4521-97A8-27884D41F730}" dt="2020-08-30T00:11:55.712" v="10" actId="47"/>
        <pc:sldMkLst>
          <pc:docMk/>
          <pc:sldMk cId="3797462978" sldId="635"/>
        </pc:sldMkLst>
      </pc:sldChg>
      <pc:sldChg chg="del">
        <pc:chgData name="김 태환" userId="37bdad49bf29bd97" providerId="LiveId" clId="{D3DF9AA7-87D4-4521-97A8-27884D41F730}" dt="2020-08-30T00:11:56.399" v="11" actId="47"/>
        <pc:sldMkLst>
          <pc:docMk/>
          <pc:sldMk cId="2449668254" sldId="636"/>
        </pc:sldMkLst>
      </pc:sldChg>
      <pc:sldChg chg="del">
        <pc:chgData name="김 태환" userId="37bdad49bf29bd97" providerId="LiveId" clId="{D3DF9AA7-87D4-4521-97A8-27884D41F730}" dt="2020-08-30T00:11:57.273" v="12" actId="47"/>
        <pc:sldMkLst>
          <pc:docMk/>
          <pc:sldMk cId="1587692977" sldId="654"/>
        </pc:sldMkLst>
      </pc:sldChg>
      <pc:sldChg chg="del">
        <pc:chgData name="김 태환" userId="37bdad49bf29bd97" providerId="LiveId" clId="{D3DF9AA7-87D4-4521-97A8-27884D41F730}" dt="2020-08-30T00:12:18.682" v="31" actId="47"/>
        <pc:sldMkLst>
          <pc:docMk/>
          <pc:sldMk cId="3470614847" sldId="657"/>
        </pc:sldMkLst>
      </pc:sldChg>
      <pc:sldChg chg="del">
        <pc:chgData name="김 태환" userId="37bdad49bf29bd97" providerId="LiveId" clId="{D3DF9AA7-87D4-4521-97A8-27884D41F730}" dt="2020-08-30T00:12:28.020" v="37" actId="47"/>
        <pc:sldMkLst>
          <pc:docMk/>
          <pc:sldMk cId="3581720298" sldId="660"/>
        </pc:sldMkLst>
      </pc:sldChg>
      <pc:sldChg chg="del">
        <pc:chgData name="김 태환" userId="37bdad49bf29bd97" providerId="LiveId" clId="{D3DF9AA7-87D4-4521-97A8-27884D41F730}" dt="2020-08-30T00:12:28.956" v="38" actId="47"/>
        <pc:sldMkLst>
          <pc:docMk/>
          <pc:sldMk cId="3159144118" sldId="661"/>
        </pc:sldMkLst>
      </pc:sldChg>
      <pc:sldChg chg="del">
        <pc:chgData name="김 태환" userId="37bdad49bf29bd97" providerId="LiveId" clId="{D3DF9AA7-87D4-4521-97A8-27884D41F730}" dt="2020-08-30T00:12:31.876" v="40" actId="47"/>
        <pc:sldMkLst>
          <pc:docMk/>
          <pc:sldMk cId="638212541" sldId="662"/>
        </pc:sldMkLst>
      </pc:sldChg>
      <pc:sldChg chg="del">
        <pc:chgData name="김 태환" userId="37bdad49bf29bd97" providerId="LiveId" clId="{D3DF9AA7-87D4-4521-97A8-27884D41F730}" dt="2020-08-30T00:12:34.441" v="42" actId="47"/>
        <pc:sldMkLst>
          <pc:docMk/>
          <pc:sldMk cId="906602264" sldId="664"/>
        </pc:sldMkLst>
      </pc:sldChg>
      <pc:sldChg chg="del">
        <pc:chgData name="김 태환" userId="37bdad49bf29bd97" providerId="LiveId" clId="{D3DF9AA7-87D4-4521-97A8-27884D41F730}" dt="2020-08-30T00:12:35.716" v="43" actId="47"/>
        <pc:sldMkLst>
          <pc:docMk/>
          <pc:sldMk cId="420751199" sldId="665"/>
        </pc:sldMkLst>
      </pc:sldChg>
      <pc:sldChg chg="del">
        <pc:chgData name="김 태환" userId="37bdad49bf29bd97" providerId="LiveId" clId="{D3DF9AA7-87D4-4521-97A8-27884D41F730}" dt="2020-08-30T00:12:33.206" v="41" actId="47"/>
        <pc:sldMkLst>
          <pc:docMk/>
          <pc:sldMk cId="3850305012" sldId="666"/>
        </pc:sldMkLst>
      </pc:sldChg>
      <pc:sldChg chg="del">
        <pc:chgData name="김 태환" userId="37bdad49bf29bd97" providerId="LiveId" clId="{D3DF9AA7-87D4-4521-97A8-27884D41F730}" dt="2020-08-30T00:11:58.468" v="13" actId="47"/>
        <pc:sldMkLst>
          <pc:docMk/>
          <pc:sldMk cId="2602694549" sldId="668"/>
        </pc:sldMkLst>
      </pc:sldChg>
      <pc:sldChg chg="del">
        <pc:chgData name="김 태환" userId="37bdad49bf29bd97" providerId="LiveId" clId="{D3DF9AA7-87D4-4521-97A8-27884D41F730}" dt="2020-08-30T00:12:21.728" v="33" actId="47"/>
        <pc:sldMkLst>
          <pc:docMk/>
          <pc:sldMk cId="3021830947" sldId="671"/>
        </pc:sldMkLst>
      </pc:sldChg>
      <pc:sldChg chg="modSp mod">
        <pc:chgData name="김 태환" userId="37bdad49bf29bd97" providerId="LiveId" clId="{D3DF9AA7-87D4-4521-97A8-27884D41F730}" dt="2020-08-30T00:26:02.452" v="1439" actId="20577"/>
        <pc:sldMkLst>
          <pc:docMk/>
          <pc:sldMk cId="1035435176" sldId="676"/>
        </pc:sldMkLst>
        <pc:spChg chg="mod">
          <ac:chgData name="김 태환" userId="37bdad49bf29bd97" providerId="LiveId" clId="{D3DF9AA7-87D4-4521-97A8-27884D41F730}" dt="2020-08-30T00:26:02.452" v="1439" actId="20577"/>
          <ac:spMkLst>
            <pc:docMk/>
            <pc:sldMk cId="1035435176" sldId="676"/>
            <ac:spMk id="2" creationId="{00000000-0000-0000-0000-000000000000}"/>
          </ac:spMkLst>
        </pc:spChg>
        <pc:spChg chg="mod">
          <ac:chgData name="김 태환" userId="37bdad49bf29bd97" providerId="LiveId" clId="{D3DF9AA7-87D4-4521-97A8-27884D41F730}" dt="2020-08-30T00:25:46.852" v="1387"/>
          <ac:spMkLst>
            <pc:docMk/>
            <pc:sldMk cId="1035435176" sldId="676"/>
            <ac:spMk id="6" creationId="{00000000-0000-0000-0000-000000000000}"/>
          </ac:spMkLst>
        </pc:spChg>
      </pc:sldChg>
      <pc:sldChg chg="del">
        <pc:chgData name="김 태환" userId="37bdad49bf29bd97" providerId="LiveId" clId="{D3DF9AA7-87D4-4521-97A8-27884D41F730}" dt="2020-08-30T00:11:45.881" v="0" actId="47"/>
        <pc:sldMkLst>
          <pc:docMk/>
          <pc:sldMk cId="1944218446" sldId="677"/>
        </pc:sldMkLst>
      </pc:sldChg>
      <pc:sldChg chg="del">
        <pc:chgData name="김 태환" userId="37bdad49bf29bd97" providerId="LiveId" clId="{D3DF9AA7-87D4-4521-97A8-27884D41F730}" dt="2020-08-30T00:11:49.666" v="3" actId="47"/>
        <pc:sldMkLst>
          <pc:docMk/>
          <pc:sldMk cId="581213227" sldId="678"/>
        </pc:sldMkLst>
      </pc:sldChg>
      <pc:sldChg chg="del">
        <pc:chgData name="김 태환" userId="37bdad49bf29bd97" providerId="LiveId" clId="{D3DF9AA7-87D4-4521-97A8-27884D41F730}" dt="2020-08-30T00:11:54.077" v="8" actId="47"/>
        <pc:sldMkLst>
          <pc:docMk/>
          <pc:sldMk cId="2736734125" sldId="679"/>
        </pc:sldMkLst>
      </pc:sldChg>
      <pc:sldChg chg="del">
        <pc:chgData name="김 태환" userId="37bdad49bf29bd97" providerId="LiveId" clId="{D3DF9AA7-87D4-4521-97A8-27884D41F730}" dt="2020-08-30T00:12:00.097" v="15" actId="47"/>
        <pc:sldMkLst>
          <pc:docMk/>
          <pc:sldMk cId="3262793719" sldId="680"/>
        </pc:sldMkLst>
      </pc:sldChg>
      <pc:sldChg chg="del">
        <pc:chgData name="김 태환" userId="37bdad49bf29bd97" providerId="LiveId" clId="{D3DF9AA7-87D4-4521-97A8-27884D41F730}" dt="2020-08-30T00:12:02.625" v="18" actId="47"/>
        <pc:sldMkLst>
          <pc:docMk/>
          <pc:sldMk cId="2761403998" sldId="681"/>
        </pc:sldMkLst>
      </pc:sldChg>
      <pc:sldChg chg="del">
        <pc:chgData name="김 태환" userId="37bdad49bf29bd97" providerId="LiveId" clId="{D3DF9AA7-87D4-4521-97A8-27884D41F730}" dt="2020-08-30T00:12:10.058" v="25" actId="47"/>
        <pc:sldMkLst>
          <pc:docMk/>
          <pc:sldMk cId="1344967979" sldId="682"/>
        </pc:sldMkLst>
      </pc:sldChg>
      <pc:sldChg chg="del">
        <pc:chgData name="김 태환" userId="37bdad49bf29bd97" providerId="LiveId" clId="{D3DF9AA7-87D4-4521-97A8-27884D41F730}" dt="2020-08-30T00:12:15.882" v="29" actId="47"/>
        <pc:sldMkLst>
          <pc:docMk/>
          <pc:sldMk cId="1704950110" sldId="683"/>
        </pc:sldMkLst>
      </pc:sldChg>
      <pc:sldChg chg="del">
        <pc:chgData name="김 태환" userId="37bdad49bf29bd97" providerId="LiveId" clId="{D3DF9AA7-87D4-4521-97A8-27884D41F730}" dt="2020-08-30T00:12:27.146" v="36" actId="47"/>
        <pc:sldMkLst>
          <pc:docMk/>
          <pc:sldMk cId="933435373" sldId="684"/>
        </pc:sldMkLst>
      </pc:sldChg>
      <pc:sldChg chg="del">
        <pc:chgData name="김 태환" userId="37bdad49bf29bd97" providerId="LiveId" clId="{D3DF9AA7-87D4-4521-97A8-27884D41F730}" dt="2020-08-30T00:12:29.918" v="39" actId="47"/>
        <pc:sldMkLst>
          <pc:docMk/>
          <pc:sldMk cId="2849867364" sldId="685"/>
        </pc:sldMkLst>
      </pc:sldChg>
      <pc:sldChg chg="del">
        <pc:chgData name="김 태환" userId="37bdad49bf29bd97" providerId="LiveId" clId="{D3DF9AA7-87D4-4521-97A8-27884D41F730}" dt="2020-08-30T00:12:36.658" v="44" actId="47"/>
        <pc:sldMkLst>
          <pc:docMk/>
          <pc:sldMk cId="2098458397" sldId="687"/>
        </pc:sldMkLst>
      </pc:sldChg>
      <pc:sldChg chg="del">
        <pc:chgData name="김 태환" userId="37bdad49bf29bd97" providerId="LiveId" clId="{D3DF9AA7-87D4-4521-97A8-27884D41F730}" dt="2020-08-30T00:12:38.472" v="45" actId="47"/>
        <pc:sldMkLst>
          <pc:docMk/>
          <pc:sldMk cId="872584869" sldId="688"/>
        </pc:sldMkLst>
      </pc:sldChg>
      <pc:sldChg chg="del">
        <pc:chgData name="김 태환" userId="37bdad49bf29bd97" providerId="LiveId" clId="{D3DF9AA7-87D4-4521-97A8-27884D41F730}" dt="2020-08-30T00:12:43.025" v="48" actId="47"/>
        <pc:sldMkLst>
          <pc:docMk/>
          <pc:sldMk cId="3177168488" sldId="689"/>
        </pc:sldMkLst>
      </pc:sldChg>
      <pc:sldChg chg="addSp modSp mod">
        <pc:chgData name="김 태환" userId="37bdad49bf29bd97" providerId="LiveId" clId="{D3DF9AA7-87D4-4521-97A8-27884D41F730}" dt="2020-08-30T03:03:28.591" v="4239" actId="20577"/>
        <pc:sldMkLst>
          <pc:docMk/>
          <pc:sldMk cId="3366228522" sldId="690"/>
        </pc:sldMkLst>
        <pc:spChg chg="mod">
          <ac:chgData name="김 태환" userId="37bdad49bf29bd97" providerId="LiveId" clId="{D3DF9AA7-87D4-4521-97A8-27884D41F730}" dt="2020-08-30T00:13:26.099" v="113" actId="20577"/>
          <ac:spMkLst>
            <pc:docMk/>
            <pc:sldMk cId="3366228522" sldId="690"/>
            <ac:spMk id="2" creationId="{00000000-0000-0000-0000-000000000000}"/>
          </ac:spMkLst>
        </pc:spChg>
        <pc:spChg chg="add mod">
          <ac:chgData name="김 태환" userId="37bdad49bf29bd97" providerId="LiveId" clId="{D3DF9AA7-87D4-4521-97A8-27884D41F730}" dt="2020-08-30T03:03:28.591" v="4239" actId="20577"/>
          <ac:spMkLst>
            <pc:docMk/>
            <pc:sldMk cId="3366228522" sldId="690"/>
            <ac:spMk id="7" creationId="{4DCFC344-6DA8-4592-9F50-463C29BAAD61}"/>
          </ac:spMkLst>
        </pc:spChg>
      </pc:sldChg>
      <pc:sldChg chg="modSp mod">
        <pc:chgData name="김 태환" userId="37bdad49bf29bd97" providerId="LiveId" clId="{D3DF9AA7-87D4-4521-97A8-27884D41F730}" dt="2020-08-30T15:34:56.149" v="9625" actId="5793"/>
        <pc:sldMkLst>
          <pc:docMk/>
          <pc:sldMk cId="2143454272" sldId="691"/>
        </pc:sldMkLst>
        <pc:spChg chg="mod">
          <ac:chgData name="김 태환" userId="37bdad49bf29bd97" providerId="LiveId" clId="{D3DF9AA7-87D4-4521-97A8-27884D41F730}" dt="2020-08-30T15:34:56.149" v="9625" actId="5793"/>
          <ac:spMkLst>
            <pc:docMk/>
            <pc:sldMk cId="2143454272" sldId="691"/>
            <ac:spMk id="2" creationId="{00000000-0000-0000-0000-000000000000}"/>
          </ac:spMkLst>
        </pc:spChg>
        <pc:spChg chg="mod">
          <ac:chgData name="김 태환" userId="37bdad49bf29bd97" providerId="LiveId" clId="{D3DF9AA7-87D4-4521-97A8-27884D41F730}" dt="2020-08-30T00:15:51.197" v="390" actId="20577"/>
          <ac:spMkLst>
            <pc:docMk/>
            <pc:sldMk cId="2143454272" sldId="691"/>
            <ac:spMk id="7" creationId="{00000000-0000-0000-0000-000000000000}"/>
          </ac:spMkLst>
        </pc:spChg>
        <pc:spChg chg="mod">
          <ac:chgData name="김 태환" userId="37bdad49bf29bd97" providerId="LiveId" clId="{D3DF9AA7-87D4-4521-97A8-27884D41F730}" dt="2020-08-30T00:14:22.434" v="142" actId="14100"/>
          <ac:spMkLst>
            <pc:docMk/>
            <pc:sldMk cId="2143454272" sldId="691"/>
            <ac:spMk id="8" creationId="{00000000-0000-0000-0000-000000000000}"/>
          </ac:spMkLst>
        </pc:spChg>
      </pc:sldChg>
      <pc:sldChg chg="del">
        <pc:chgData name="김 태환" userId="37bdad49bf29bd97" providerId="LiveId" clId="{D3DF9AA7-87D4-4521-97A8-27884D41F730}" dt="2020-08-30T00:11:48.550" v="2" actId="47"/>
        <pc:sldMkLst>
          <pc:docMk/>
          <pc:sldMk cId="2923228027" sldId="694"/>
        </pc:sldMkLst>
      </pc:sldChg>
      <pc:sldChg chg="del">
        <pc:chgData name="김 태환" userId="37bdad49bf29bd97" providerId="LiveId" clId="{D3DF9AA7-87D4-4521-97A8-27884D41F730}" dt="2020-08-30T00:25:08.227" v="1386" actId="47"/>
        <pc:sldMkLst>
          <pc:docMk/>
          <pc:sldMk cId="4279222685" sldId="696"/>
        </pc:sldMkLst>
      </pc:sldChg>
      <pc:sldChg chg="del">
        <pc:chgData name="김 태환" userId="37bdad49bf29bd97" providerId="LiveId" clId="{D3DF9AA7-87D4-4521-97A8-27884D41F730}" dt="2020-08-30T00:12:13.654" v="27" actId="47"/>
        <pc:sldMkLst>
          <pc:docMk/>
          <pc:sldMk cId="837360550" sldId="697"/>
        </pc:sldMkLst>
      </pc:sldChg>
      <pc:sldChg chg="del">
        <pc:chgData name="김 태환" userId="37bdad49bf29bd97" providerId="LiveId" clId="{D3DF9AA7-87D4-4521-97A8-27884D41F730}" dt="2020-08-30T00:12:39.507" v="46" actId="47"/>
        <pc:sldMkLst>
          <pc:docMk/>
          <pc:sldMk cId="3442490073" sldId="699"/>
        </pc:sldMkLst>
      </pc:sldChg>
      <pc:sldChg chg="del">
        <pc:chgData name="김 태환" userId="37bdad49bf29bd97" providerId="LiveId" clId="{D3DF9AA7-87D4-4521-97A8-27884D41F730}" dt="2020-08-30T01:47:08.271" v="2332" actId="47"/>
        <pc:sldMkLst>
          <pc:docMk/>
          <pc:sldMk cId="2603012715" sldId="700"/>
        </pc:sldMkLst>
      </pc:sldChg>
      <pc:sldChg chg="del">
        <pc:chgData name="김 태환" userId="37bdad49bf29bd97" providerId="LiveId" clId="{D3DF9AA7-87D4-4521-97A8-27884D41F730}" dt="2020-08-30T00:12:40.874" v="47" actId="47"/>
        <pc:sldMkLst>
          <pc:docMk/>
          <pc:sldMk cId="3344339745" sldId="701"/>
        </pc:sldMkLst>
      </pc:sldChg>
      <pc:sldChg chg="del">
        <pc:chgData name="김 태환" userId="37bdad49bf29bd97" providerId="LiveId" clId="{D3DF9AA7-87D4-4521-97A8-27884D41F730}" dt="2020-08-30T00:13:09.724" v="66" actId="47"/>
        <pc:sldMkLst>
          <pc:docMk/>
          <pc:sldMk cId="1828027023" sldId="702"/>
        </pc:sldMkLst>
      </pc:sldChg>
      <pc:sldChg chg="del">
        <pc:chgData name="김 태환" userId="37bdad49bf29bd97" providerId="LiveId" clId="{D3DF9AA7-87D4-4521-97A8-27884D41F730}" dt="2020-08-30T00:13:06.714" v="63" actId="47"/>
        <pc:sldMkLst>
          <pc:docMk/>
          <pc:sldMk cId="3683719415" sldId="704"/>
        </pc:sldMkLst>
      </pc:sldChg>
      <pc:sldChg chg="del">
        <pc:chgData name="김 태환" userId="37bdad49bf29bd97" providerId="LiveId" clId="{D3DF9AA7-87D4-4521-97A8-27884D41F730}" dt="2020-08-30T00:12:52.449" v="51" actId="47"/>
        <pc:sldMkLst>
          <pc:docMk/>
          <pc:sldMk cId="1873261626" sldId="714"/>
        </pc:sldMkLst>
      </pc:sldChg>
      <pc:sldChg chg="del">
        <pc:chgData name="김 태환" userId="37bdad49bf29bd97" providerId="LiveId" clId="{D3DF9AA7-87D4-4521-97A8-27884D41F730}" dt="2020-08-30T00:12:44.410" v="49" actId="47"/>
        <pc:sldMkLst>
          <pc:docMk/>
          <pc:sldMk cId="3745074455" sldId="715"/>
        </pc:sldMkLst>
      </pc:sldChg>
      <pc:sldChg chg="del">
        <pc:chgData name="김 태환" userId="37bdad49bf29bd97" providerId="LiveId" clId="{D3DF9AA7-87D4-4521-97A8-27884D41F730}" dt="2020-08-30T00:12:51.394" v="50" actId="47"/>
        <pc:sldMkLst>
          <pc:docMk/>
          <pc:sldMk cId="225163539" sldId="716"/>
        </pc:sldMkLst>
      </pc:sldChg>
      <pc:sldChg chg="del">
        <pc:chgData name="김 태환" userId="37bdad49bf29bd97" providerId="LiveId" clId="{D3DF9AA7-87D4-4521-97A8-27884D41F730}" dt="2020-08-30T00:12:53.363" v="52" actId="47"/>
        <pc:sldMkLst>
          <pc:docMk/>
          <pc:sldMk cId="141170314" sldId="717"/>
        </pc:sldMkLst>
      </pc:sldChg>
      <pc:sldChg chg="del">
        <pc:chgData name="김 태환" userId="37bdad49bf29bd97" providerId="LiveId" clId="{D3DF9AA7-87D4-4521-97A8-27884D41F730}" dt="2020-08-30T00:12:54.866" v="53" actId="47"/>
        <pc:sldMkLst>
          <pc:docMk/>
          <pc:sldMk cId="1936732873" sldId="718"/>
        </pc:sldMkLst>
      </pc:sldChg>
      <pc:sldChg chg="del">
        <pc:chgData name="김 태환" userId="37bdad49bf29bd97" providerId="LiveId" clId="{D3DF9AA7-87D4-4521-97A8-27884D41F730}" dt="2020-08-30T00:12:55.722" v="54" actId="47"/>
        <pc:sldMkLst>
          <pc:docMk/>
          <pc:sldMk cId="1712506817" sldId="719"/>
        </pc:sldMkLst>
      </pc:sldChg>
      <pc:sldChg chg="del">
        <pc:chgData name="김 태환" userId="37bdad49bf29bd97" providerId="LiveId" clId="{D3DF9AA7-87D4-4521-97A8-27884D41F730}" dt="2020-08-30T00:12:56.713" v="55" actId="47"/>
        <pc:sldMkLst>
          <pc:docMk/>
          <pc:sldMk cId="690305084" sldId="720"/>
        </pc:sldMkLst>
      </pc:sldChg>
      <pc:sldChg chg="del">
        <pc:chgData name="김 태환" userId="37bdad49bf29bd97" providerId="LiveId" clId="{D3DF9AA7-87D4-4521-97A8-27884D41F730}" dt="2020-08-30T00:12:57.659" v="56" actId="47"/>
        <pc:sldMkLst>
          <pc:docMk/>
          <pc:sldMk cId="4135926537" sldId="721"/>
        </pc:sldMkLst>
      </pc:sldChg>
      <pc:sldChg chg="del">
        <pc:chgData name="김 태환" userId="37bdad49bf29bd97" providerId="LiveId" clId="{D3DF9AA7-87D4-4521-97A8-27884D41F730}" dt="2020-08-30T00:12:58.682" v="57" actId="47"/>
        <pc:sldMkLst>
          <pc:docMk/>
          <pc:sldMk cId="1162736611" sldId="722"/>
        </pc:sldMkLst>
      </pc:sldChg>
      <pc:sldChg chg="del">
        <pc:chgData name="김 태환" userId="37bdad49bf29bd97" providerId="LiveId" clId="{D3DF9AA7-87D4-4521-97A8-27884D41F730}" dt="2020-08-30T00:12:59.557" v="58" actId="47"/>
        <pc:sldMkLst>
          <pc:docMk/>
          <pc:sldMk cId="2974469900" sldId="723"/>
        </pc:sldMkLst>
      </pc:sldChg>
      <pc:sldChg chg="del">
        <pc:chgData name="김 태환" userId="37bdad49bf29bd97" providerId="LiveId" clId="{D3DF9AA7-87D4-4521-97A8-27884D41F730}" dt="2020-08-30T00:13:00.980" v="59" actId="47"/>
        <pc:sldMkLst>
          <pc:docMk/>
          <pc:sldMk cId="1906791772" sldId="724"/>
        </pc:sldMkLst>
      </pc:sldChg>
      <pc:sldChg chg="del">
        <pc:chgData name="김 태환" userId="37bdad49bf29bd97" providerId="LiveId" clId="{D3DF9AA7-87D4-4521-97A8-27884D41F730}" dt="2020-08-30T00:13:04.098" v="60" actId="47"/>
        <pc:sldMkLst>
          <pc:docMk/>
          <pc:sldMk cId="1095081996" sldId="725"/>
        </pc:sldMkLst>
      </pc:sldChg>
      <pc:sldChg chg="del">
        <pc:chgData name="김 태환" userId="37bdad49bf29bd97" providerId="LiveId" clId="{D3DF9AA7-87D4-4521-97A8-27884D41F730}" dt="2020-08-30T00:13:04.930" v="61" actId="47"/>
        <pc:sldMkLst>
          <pc:docMk/>
          <pc:sldMk cId="3228795132" sldId="727"/>
        </pc:sldMkLst>
      </pc:sldChg>
      <pc:sldChg chg="del">
        <pc:chgData name="김 태환" userId="37bdad49bf29bd97" providerId="LiveId" clId="{D3DF9AA7-87D4-4521-97A8-27884D41F730}" dt="2020-08-30T00:13:05.979" v="62" actId="47"/>
        <pc:sldMkLst>
          <pc:docMk/>
          <pc:sldMk cId="1419366534" sldId="728"/>
        </pc:sldMkLst>
      </pc:sldChg>
      <pc:sldChg chg="del">
        <pc:chgData name="김 태환" userId="37bdad49bf29bd97" providerId="LiveId" clId="{D3DF9AA7-87D4-4521-97A8-27884D41F730}" dt="2020-08-30T00:12:01.763" v="17" actId="47"/>
        <pc:sldMkLst>
          <pc:docMk/>
          <pc:sldMk cId="4028957205" sldId="729"/>
        </pc:sldMkLst>
      </pc:sldChg>
      <pc:sldChg chg="del">
        <pc:chgData name="김 태환" userId="37bdad49bf29bd97" providerId="LiveId" clId="{D3DF9AA7-87D4-4521-97A8-27884D41F730}" dt="2020-08-30T00:12:04.520" v="20" actId="47"/>
        <pc:sldMkLst>
          <pc:docMk/>
          <pc:sldMk cId="1078330429" sldId="730"/>
        </pc:sldMkLst>
      </pc:sldChg>
      <pc:sldChg chg="del">
        <pc:chgData name="김 태환" userId="37bdad49bf29bd97" providerId="LiveId" clId="{D3DF9AA7-87D4-4521-97A8-27884D41F730}" dt="2020-08-30T00:12:05.298" v="21" actId="47"/>
        <pc:sldMkLst>
          <pc:docMk/>
          <pc:sldMk cId="2007816424" sldId="731"/>
        </pc:sldMkLst>
      </pc:sldChg>
      <pc:sldChg chg="del">
        <pc:chgData name="김 태환" userId="37bdad49bf29bd97" providerId="LiveId" clId="{D3DF9AA7-87D4-4521-97A8-27884D41F730}" dt="2020-08-30T00:12:07.083" v="23" actId="47"/>
        <pc:sldMkLst>
          <pc:docMk/>
          <pc:sldMk cId="2694031817" sldId="732"/>
        </pc:sldMkLst>
      </pc:sldChg>
      <pc:sldChg chg="del">
        <pc:chgData name="김 태환" userId="37bdad49bf29bd97" providerId="LiveId" clId="{D3DF9AA7-87D4-4521-97A8-27884D41F730}" dt="2020-08-30T00:12:07.942" v="24" actId="47"/>
        <pc:sldMkLst>
          <pc:docMk/>
          <pc:sldMk cId="2268862625" sldId="733"/>
        </pc:sldMkLst>
      </pc:sldChg>
      <pc:sldChg chg="del">
        <pc:chgData name="김 태환" userId="37bdad49bf29bd97" providerId="LiveId" clId="{D3DF9AA7-87D4-4521-97A8-27884D41F730}" dt="2020-08-30T00:12:06.091" v="22" actId="47"/>
        <pc:sldMkLst>
          <pc:docMk/>
          <pc:sldMk cId="3554766653" sldId="736"/>
        </pc:sldMkLst>
      </pc:sldChg>
      <pc:sldChg chg="del">
        <pc:chgData name="김 태환" userId="37bdad49bf29bd97" providerId="LiveId" clId="{D3DF9AA7-87D4-4521-97A8-27884D41F730}" dt="2020-08-30T02:57:04.592" v="3954" actId="47"/>
        <pc:sldMkLst>
          <pc:docMk/>
          <pc:sldMk cId="2022234477" sldId="737"/>
        </pc:sldMkLst>
      </pc:sldChg>
      <pc:sldChg chg="addSp delSp modSp new del">
        <pc:chgData name="김 태환" userId="37bdad49bf29bd97" providerId="LiveId" clId="{D3DF9AA7-87D4-4521-97A8-27884D41F730}" dt="2020-08-30T00:18:06.141" v="395" actId="47"/>
        <pc:sldMkLst>
          <pc:docMk/>
          <pc:sldMk cId="434715107" sldId="738"/>
        </pc:sldMkLst>
        <pc:picChg chg="add del mod">
          <ac:chgData name="김 태환" userId="37bdad49bf29bd97" providerId="LiveId" clId="{D3DF9AA7-87D4-4521-97A8-27884D41F730}" dt="2020-08-30T00:18:00.567" v="393"/>
          <ac:picMkLst>
            <pc:docMk/>
            <pc:sldMk cId="434715107" sldId="738"/>
            <ac:picMk id="2" creationId="{F749C0E5-215B-49FD-B0D6-D6518BE61C75}"/>
          </ac:picMkLst>
        </pc:picChg>
      </pc:sldChg>
      <pc:sldChg chg="del">
        <pc:chgData name="김 태환" userId="37bdad49bf29bd97" providerId="LiveId" clId="{D3DF9AA7-87D4-4521-97A8-27884D41F730}" dt="2020-08-30T00:12:14.541" v="28" actId="47"/>
        <pc:sldMkLst>
          <pc:docMk/>
          <pc:sldMk cId="3296147657" sldId="738"/>
        </pc:sldMkLst>
      </pc:sldChg>
      <pc:sldChg chg="del">
        <pc:chgData name="김 태환" userId="37bdad49bf29bd97" providerId="LiveId" clId="{D3DF9AA7-87D4-4521-97A8-27884D41F730}" dt="2020-08-30T00:11:59.197" v="14" actId="47"/>
        <pc:sldMkLst>
          <pc:docMk/>
          <pc:sldMk cId="1500652616" sldId="739"/>
        </pc:sldMkLst>
      </pc:sldChg>
      <pc:sldChg chg="addSp delSp modSp add mod">
        <pc:chgData name="김 태환" userId="37bdad49bf29bd97" providerId="LiveId" clId="{D3DF9AA7-87D4-4521-97A8-27884D41F730}" dt="2020-08-30T15:59:45.116" v="10804" actId="1076"/>
        <pc:sldMkLst>
          <pc:docMk/>
          <pc:sldMk cId="3571525640" sldId="739"/>
        </pc:sldMkLst>
        <pc:spChg chg="del">
          <ac:chgData name="김 태환" userId="37bdad49bf29bd97" providerId="LiveId" clId="{D3DF9AA7-87D4-4521-97A8-27884D41F730}" dt="2020-08-30T00:18:08.508" v="396" actId="478"/>
          <ac:spMkLst>
            <pc:docMk/>
            <pc:sldMk cId="3571525640" sldId="739"/>
            <ac:spMk id="2" creationId="{00000000-0000-0000-0000-000000000000}"/>
          </ac:spMkLst>
        </pc:spChg>
        <pc:spChg chg="add mod">
          <ac:chgData name="김 태환" userId="37bdad49bf29bd97" providerId="LiveId" clId="{D3DF9AA7-87D4-4521-97A8-27884D41F730}" dt="2020-08-30T15:59:45.116" v="10804" actId="1076"/>
          <ac:spMkLst>
            <pc:docMk/>
            <pc:sldMk cId="3571525640" sldId="739"/>
            <ac:spMk id="6" creationId="{F535D7F5-7CF3-449E-88B5-46ECC14C9FEF}"/>
          </ac:spMkLst>
        </pc:spChg>
        <pc:spChg chg="mod">
          <ac:chgData name="김 태환" userId="37bdad49bf29bd97" providerId="LiveId" clId="{D3DF9AA7-87D4-4521-97A8-27884D41F730}" dt="2020-08-30T00:19:25.484" v="460" actId="20577"/>
          <ac:spMkLst>
            <pc:docMk/>
            <pc:sldMk cId="3571525640" sldId="739"/>
            <ac:spMk id="7" creationId="{00000000-0000-0000-0000-000000000000}"/>
          </ac:spMkLst>
        </pc:spChg>
        <pc:picChg chg="add mod">
          <ac:chgData name="김 태환" userId="37bdad49bf29bd97" providerId="LiveId" clId="{D3DF9AA7-87D4-4521-97A8-27884D41F730}" dt="2020-08-30T00:22:46.576" v="1103" actId="14100"/>
          <ac:picMkLst>
            <pc:docMk/>
            <pc:sldMk cId="3571525640" sldId="739"/>
            <ac:picMk id="5" creationId="{3B0C0986-6A8E-477A-AEA1-D43CE081BD59}"/>
          </ac:picMkLst>
        </pc:picChg>
      </pc:sldChg>
      <pc:sldChg chg="del">
        <pc:chgData name="김 태환" userId="37bdad49bf29bd97" providerId="LiveId" clId="{D3DF9AA7-87D4-4521-97A8-27884D41F730}" dt="2020-08-30T00:12:20.641" v="32" actId="47"/>
        <pc:sldMkLst>
          <pc:docMk/>
          <pc:sldMk cId="753451494" sldId="740"/>
        </pc:sldMkLst>
      </pc:sldChg>
      <pc:sldChg chg="add del">
        <pc:chgData name="김 태환" userId="37bdad49bf29bd97" providerId="LiveId" clId="{D3DF9AA7-87D4-4521-97A8-27884D41F730}" dt="2020-08-30T00:18:19.502" v="398"/>
        <pc:sldMkLst>
          <pc:docMk/>
          <pc:sldMk cId="2586177689" sldId="740"/>
        </pc:sldMkLst>
      </pc:sldChg>
      <pc:sldChg chg="addSp delSp modSp add mod">
        <pc:chgData name="김 태환" userId="37bdad49bf29bd97" providerId="LiveId" clId="{D3DF9AA7-87D4-4521-97A8-27884D41F730}" dt="2020-08-30T15:12:42.645" v="8658" actId="208"/>
        <pc:sldMkLst>
          <pc:docMk/>
          <pc:sldMk cId="3304616825" sldId="740"/>
        </pc:sldMkLst>
        <pc:spChg chg="del">
          <ac:chgData name="김 태환" userId="37bdad49bf29bd97" providerId="LiveId" clId="{D3DF9AA7-87D4-4521-97A8-27884D41F730}" dt="2020-08-30T00:28:31.363" v="1468" actId="478"/>
          <ac:spMkLst>
            <pc:docMk/>
            <pc:sldMk cId="3304616825" sldId="740"/>
            <ac:spMk id="6" creationId="{F535D7F5-7CF3-449E-88B5-46ECC14C9FEF}"/>
          </ac:spMkLst>
        </pc:spChg>
        <pc:spChg chg="mod">
          <ac:chgData name="김 태환" userId="37bdad49bf29bd97" providerId="LiveId" clId="{D3DF9AA7-87D4-4521-97A8-27884D41F730}" dt="2020-08-30T03:03:05.479" v="4169"/>
          <ac:spMkLst>
            <pc:docMk/>
            <pc:sldMk cId="3304616825" sldId="740"/>
            <ac:spMk id="7" creationId="{00000000-0000-0000-0000-000000000000}"/>
          </ac:spMkLst>
        </pc:spChg>
        <pc:spChg chg="mod topLvl">
          <ac:chgData name="김 태환" userId="37bdad49bf29bd97" providerId="LiveId" clId="{D3DF9AA7-87D4-4521-97A8-27884D41F730}" dt="2020-08-30T01:41:49.913" v="2273" actId="20577"/>
          <ac:spMkLst>
            <pc:docMk/>
            <pc:sldMk cId="3304616825" sldId="740"/>
            <ac:spMk id="10" creationId="{64EA2926-F3F5-4E8E-B7D7-9CAC65C5118A}"/>
          </ac:spMkLst>
        </pc:spChg>
        <pc:spChg chg="mod topLvl">
          <ac:chgData name="김 태환" userId="37bdad49bf29bd97" providerId="LiveId" clId="{D3DF9AA7-87D4-4521-97A8-27884D41F730}" dt="2020-08-30T01:45:49.208" v="2317" actId="207"/>
          <ac:spMkLst>
            <pc:docMk/>
            <pc:sldMk cId="3304616825" sldId="740"/>
            <ac:spMk id="11" creationId="{16B56C05-5804-4476-950F-B0A23DEB2F11}"/>
          </ac:spMkLst>
        </pc:spChg>
        <pc:spChg chg="mod">
          <ac:chgData name="김 태환" userId="37bdad49bf29bd97" providerId="LiveId" clId="{D3DF9AA7-87D4-4521-97A8-27884D41F730}" dt="2020-08-30T00:31:40.505" v="1563" actId="20577"/>
          <ac:spMkLst>
            <pc:docMk/>
            <pc:sldMk cId="3304616825" sldId="740"/>
            <ac:spMk id="13" creationId="{B431396E-6E0F-4BF6-A52B-5719B273314A}"/>
          </ac:spMkLst>
        </pc:spChg>
        <pc:spChg chg="mod">
          <ac:chgData name="김 태환" userId="37bdad49bf29bd97" providerId="LiveId" clId="{D3DF9AA7-87D4-4521-97A8-27884D41F730}" dt="2020-08-30T00:28:51.795" v="1471" actId="571"/>
          <ac:spMkLst>
            <pc:docMk/>
            <pc:sldMk cId="3304616825" sldId="740"/>
            <ac:spMk id="14" creationId="{215366C6-6109-4B87-B893-07AEEA8E6267}"/>
          </ac:spMkLst>
        </pc:spChg>
        <pc:spChg chg="mod">
          <ac:chgData name="김 태환" userId="37bdad49bf29bd97" providerId="LiveId" clId="{D3DF9AA7-87D4-4521-97A8-27884D41F730}" dt="2020-08-30T00:31:45.417" v="1565"/>
          <ac:spMkLst>
            <pc:docMk/>
            <pc:sldMk cId="3304616825" sldId="740"/>
            <ac:spMk id="21" creationId="{7C196780-B83D-45B0-993F-AFDB2E9B5E5E}"/>
          </ac:spMkLst>
        </pc:spChg>
        <pc:spChg chg="mod">
          <ac:chgData name="김 태환" userId="37bdad49bf29bd97" providerId="LiveId" clId="{D3DF9AA7-87D4-4521-97A8-27884D41F730}" dt="2020-08-30T00:31:45.417" v="1565"/>
          <ac:spMkLst>
            <pc:docMk/>
            <pc:sldMk cId="3304616825" sldId="740"/>
            <ac:spMk id="22" creationId="{B5D64B62-B6BE-4FE6-AC64-96EFB72CD613}"/>
          </ac:spMkLst>
        </pc:spChg>
        <pc:spChg chg="mod">
          <ac:chgData name="김 태환" userId="37bdad49bf29bd97" providerId="LiveId" clId="{D3DF9AA7-87D4-4521-97A8-27884D41F730}" dt="2020-08-30T00:31:49.121" v="1567" actId="571"/>
          <ac:spMkLst>
            <pc:docMk/>
            <pc:sldMk cId="3304616825" sldId="740"/>
            <ac:spMk id="24" creationId="{4053847A-3B77-42A6-ABC6-85A4D60CFC06}"/>
          </ac:spMkLst>
        </pc:spChg>
        <pc:spChg chg="mod">
          <ac:chgData name="김 태환" userId="37bdad49bf29bd97" providerId="LiveId" clId="{D3DF9AA7-87D4-4521-97A8-27884D41F730}" dt="2020-08-30T00:31:49.121" v="1567" actId="571"/>
          <ac:spMkLst>
            <pc:docMk/>
            <pc:sldMk cId="3304616825" sldId="740"/>
            <ac:spMk id="25" creationId="{AA8C621C-EF8F-4C49-AEEB-9BE33552F362}"/>
          </ac:spMkLst>
        </pc:spChg>
        <pc:spChg chg="mod">
          <ac:chgData name="김 태환" userId="37bdad49bf29bd97" providerId="LiveId" clId="{D3DF9AA7-87D4-4521-97A8-27884D41F730}" dt="2020-08-30T00:31:57.949" v="1568" actId="571"/>
          <ac:spMkLst>
            <pc:docMk/>
            <pc:sldMk cId="3304616825" sldId="740"/>
            <ac:spMk id="27" creationId="{126873F7-C440-4958-A426-C980B88E5827}"/>
          </ac:spMkLst>
        </pc:spChg>
        <pc:spChg chg="mod">
          <ac:chgData name="김 태환" userId="37bdad49bf29bd97" providerId="LiveId" clId="{D3DF9AA7-87D4-4521-97A8-27884D41F730}" dt="2020-08-30T00:31:57.949" v="1568" actId="571"/>
          <ac:spMkLst>
            <pc:docMk/>
            <pc:sldMk cId="3304616825" sldId="740"/>
            <ac:spMk id="28" creationId="{81CEF486-6EE4-4E96-97B0-6DE4359C28A9}"/>
          </ac:spMkLst>
        </pc:spChg>
        <pc:spChg chg="mod">
          <ac:chgData name="김 태환" userId="37bdad49bf29bd97" providerId="LiveId" clId="{D3DF9AA7-87D4-4521-97A8-27884D41F730}" dt="2020-08-30T00:32:02.742" v="1570" actId="571"/>
          <ac:spMkLst>
            <pc:docMk/>
            <pc:sldMk cId="3304616825" sldId="740"/>
            <ac:spMk id="30" creationId="{2677B93F-1E56-4983-8697-6B8A2A45E5C5}"/>
          </ac:spMkLst>
        </pc:spChg>
        <pc:spChg chg="mod">
          <ac:chgData name="김 태환" userId="37bdad49bf29bd97" providerId="LiveId" clId="{D3DF9AA7-87D4-4521-97A8-27884D41F730}" dt="2020-08-30T00:32:02.742" v="1570" actId="571"/>
          <ac:spMkLst>
            <pc:docMk/>
            <pc:sldMk cId="3304616825" sldId="740"/>
            <ac:spMk id="31" creationId="{5DD7BB20-17DA-4426-8D0B-E78032408093}"/>
          </ac:spMkLst>
        </pc:spChg>
        <pc:spChg chg="mod">
          <ac:chgData name="김 태환" userId="37bdad49bf29bd97" providerId="LiveId" clId="{D3DF9AA7-87D4-4521-97A8-27884D41F730}" dt="2020-08-30T00:32:12.769" v="1575"/>
          <ac:spMkLst>
            <pc:docMk/>
            <pc:sldMk cId="3304616825" sldId="740"/>
            <ac:spMk id="33" creationId="{5E31FD49-9405-4B84-B854-977AECCE515B}"/>
          </ac:spMkLst>
        </pc:spChg>
        <pc:spChg chg="mod">
          <ac:chgData name="김 태환" userId="37bdad49bf29bd97" providerId="LiveId" clId="{D3DF9AA7-87D4-4521-97A8-27884D41F730}" dt="2020-08-30T00:32:12.769" v="1575"/>
          <ac:spMkLst>
            <pc:docMk/>
            <pc:sldMk cId="3304616825" sldId="740"/>
            <ac:spMk id="34" creationId="{12124B3C-B29B-42EE-B0F1-CE504EC373E1}"/>
          </ac:spMkLst>
        </pc:spChg>
        <pc:spChg chg="mod">
          <ac:chgData name="김 태환" userId="37bdad49bf29bd97" providerId="LiveId" clId="{D3DF9AA7-87D4-4521-97A8-27884D41F730}" dt="2020-08-30T00:32:19.151" v="1579"/>
          <ac:spMkLst>
            <pc:docMk/>
            <pc:sldMk cId="3304616825" sldId="740"/>
            <ac:spMk id="36" creationId="{A4B71EE8-91D3-40CA-9281-F0A38E3DB8E5}"/>
          </ac:spMkLst>
        </pc:spChg>
        <pc:spChg chg="mod">
          <ac:chgData name="김 태환" userId="37bdad49bf29bd97" providerId="LiveId" clId="{D3DF9AA7-87D4-4521-97A8-27884D41F730}" dt="2020-08-30T00:32:19.151" v="1579"/>
          <ac:spMkLst>
            <pc:docMk/>
            <pc:sldMk cId="3304616825" sldId="740"/>
            <ac:spMk id="37" creationId="{91329259-F71D-4AA0-AABB-4FC7456E7165}"/>
          </ac:spMkLst>
        </pc:spChg>
        <pc:spChg chg="mod">
          <ac:chgData name="김 태환" userId="37bdad49bf29bd97" providerId="LiveId" clId="{D3DF9AA7-87D4-4521-97A8-27884D41F730}" dt="2020-08-30T00:32:23.025" v="1581"/>
          <ac:spMkLst>
            <pc:docMk/>
            <pc:sldMk cId="3304616825" sldId="740"/>
            <ac:spMk id="39" creationId="{3EC13C5E-CDBD-4EC5-95ED-F872BE889834}"/>
          </ac:spMkLst>
        </pc:spChg>
        <pc:spChg chg="mod">
          <ac:chgData name="김 태환" userId="37bdad49bf29bd97" providerId="LiveId" clId="{D3DF9AA7-87D4-4521-97A8-27884D41F730}" dt="2020-08-30T00:32:23.025" v="1581"/>
          <ac:spMkLst>
            <pc:docMk/>
            <pc:sldMk cId="3304616825" sldId="740"/>
            <ac:spMk id="40" creationId="{5B96332B-820F-4BEE-93B8-43A4A11D63BE}"/>
          </ac:spMkLst>
        </pc:spChg>
        <pc:spChg chg="mod">
          <ac:chgData name="김 태환" userId="37bdad49bf29bd97" providerId="LiveId" clId="{D3DF9AA7-87D4-4521-97A8-27884D41F730}" dt="2020-08-30T01:41:30.910" v="2225" actId="20577"/>
          <ac:spMkLst>
            <pc:docMk/>
            <pc:sldMk cId="3304616825" sldId="740"/>
            <ac:spMk id="42" creationId="{087A6A35-0FAA-4C3E-9C41-9A81C42A23CA}"/>
          </ac:spMkLst>
        </pc:spChg>
        <pc:spChg chg="mod">
          <ac:chgData name="김 태환" userId="37bdad49bf29bd97" providerId="LiveId" clId="{D3DF9AA7-87D4-4521-97A8-27884D41F730}" dt="2020-08-30T01:45:55.123" v="2318" actId="207"/>
          <ac:spMkLst>
            <pc:docMk/>
            <pc:sldMk cId="3304616825" sldId="740"/>
            <ac:spMk id="43" creationId="{3173D3DE-358F-4A86-8108-D820C3BFCC7F}"/>
          </ac:spMkLst>
        </pc:spChg>
        <pc:spChg chg="mod">
          <ac:chgData name="김 태환" userId="37bdad49bf29bd97" providerId="LiveId" clId="{D3DF9AA7-87D4-4521-97A8-27884D41F730}" dt="2020-08-30T01:41:33.940" v="2233"/>
          <ac:spMkLst>
            <pc:docMk/>
            <pc:sldMk cId="3304616825" sldId="740"/>
            <ac:spMk id="45" creationId="{C7BFB8A6-759F-4DE2-863D-4617725388CB}"/>
          </ac:spMkLst>
        </pc:spChg>
        <pc:spChg chg="mod">
          <ac:chgData name="김 태환" userId="37bdad49bf29bd97" providerId="LiveId" clId="{D3DF9AA7-87D4-4521-97A8-27884D41F730}" dt="2020-08-30T00:34:52.645" v="1634" actId="207"/>
          <ac:spMkLst>
            <pc:docMk/>
            <pc:sldMk cId="3304616825" sldId="740"/>
            <ac:spMk id="46" creationId="{C39C010B-4A19-4F99-8DBB-8D5A3583F3B3}"/>
          </ac:spMkLst>
        </pc:spChg>
        <pc:spChg chg="mod">
          <ac:chgData name="김 태환" userId="37bdad49bf29bd97" providerId="LiveId" clId="{D3DF9AA7-87D4-4521-97A8-27884D41F730}" dt="2020-08-30T01:41:38.661" v="2242"/>
          <ac:spMkLst>
            <pc:docMk/>
            <pc:sldMk cId="3304616825" sldId="740"/>
            <ac:spMk id="48" creationId="{83437C60-6AD8-4ED6-B341-E736DE67B115}"/>
          </ac:spMkLst>
        </pc:spChg>
        <pc:spChg chg="mod">
          <ac:chgData name="김 태환" userId="37bdad49bf29bd97" providerId="LiveId" clId="{D3DF9AA7-87D4-4521-97A8-27884D41F730}" dt="2020-08-30T00:34:56.415" v="1635" actId="207"/>
          <ac:spMkLst>
            <pc:docMk/>
            <pc:sldMk cId="3304616825" sldId="740"/>
            <ac:spMk id="49" creationId="{D4340D4B-439A-40B2-9D8C-1F1DFFE1727D}"/>
          </ac:spMkLst>
        </pc:spChg>
        <pc:spChg chg="mod">
          <ac:chgData name="김 태환" userId="37bdad49bf29bd97" providerId="LiveId" clId="{D3DF9AA7-87D4-4521-97A8-27884D41F730}" dt="2020-08-30T01:41:42.234" v="2251"/>
          <ac:spMkLst>
            <pc:docMk/>
            <pc:sldMk cId="3304616825" sldId="740"/>
            <ac:spMk id="51" creationId="{3ADD8D4F-ED41-422B-91FF-EDFF7C85D241}"/>
          </ac:spMkLst>
        </pc:spChg>
        <pc:spChg chg="mod">
          <ac:chgData name="김 태환" userId="37bdad49bf29bd97" providerId="LiveId" clId="{D3DF9AA7-87D4-4521-97A8-27884D41F730}" dt="2020-08-30T00:35:00.163" v="1636" actId="207"/>
          <ac:spMkLst>
            <pc:docMk/>
            <pc:sldMk cId="3304616825" sldId="740"/>
            <ac:spMk id="52" creationId="{4E6B0D9A-C843-4A60-8173-9F10B5C5DD48}"/>
          </ac:spMkLst>
        </pc:spChg>
        <pc:spChg chg="mod">
          <ac:chgData name="김 태환" userId="37bdad49bf29bd97" providerId="LiveId" clId="{D3DF9AA7-87D4-4521-97A8-27884D41F730}" dt="2020-08-30T00:37:26.923" v="1795" actId="20577"/>
          <ac:spMkLst>
            <pc:docMk/>
            <pc:sldMk cId="3304616825" sldId="740"/>
            <ac:spMk id="54" creationId="{5CA45D4C-2500-4D74-9BA7-33840EAE67FD}"/>
          </ac:spMkLst>
        </pc:spChg>
        <pc:spChg chg="mod">
          <ac:chgData name="김 태환" userId="37bdad49bf29bd97" providerId="LiveId" clId="{D3DF9AA7-87D4-4521-97A8-27884D41F730}" dt="2020-08-30T00:35:04.208" v="1637" actId="207"/>
          <ac:spMkLst>
            <pc:docMk/>
            <pc:sldMk cId="3304616825" sldId="740"/>
            <ac:spMk id="55" creationId="{5931375F-FFE5-45CC-AB64-4B6772AE4A64}"/>
          </ac:spMkLst>
        </pc:spChg>
        <pc:spChg chg="del mod topLvl">
          <ac:chgData name="김 태환" userId="37bdad49bf29bd97" providerId="LiveId" clId="{D3DF9AA7-87D4-4521-97A8-27884D41F730}" dt="2020-08-30T01:01:48.176" v="1879" actId="478"/>
          <ac:spMkLst>
            <pc:docMk/>
            <pc:sldMk cId="3304616825" sldId="740"/>
            <ac:spMk id="72" creationId="{B3034E26-CA00-4B27-BD8F-956EFA20CD95}"/>
          </ac:spMkLst>
        </pc:spChg>
        <pc:spChg chg="del mod topLvl">
          <ac:chgData name="김 태환" userId="37bdad49bf29bd97" providerId="LiveId" clId="{D3DF9AA7-87D4-4521-97A8-27884D41F730}" dt="2020-08-30T00:58:24.801" v="1875" actId="478"/>
          <ac:spMkLst>
            <pc:docMk/>
            <pc:sldMk cId="3304616825" sldId="740"/>
            <ac:spMk id="73" creationId="{F79CDFB9-4B8D-4805-8A7A-ACD1E4E67BE3}"/>
          </ac:spMkLst>
        </pc:spChg>
        <pc:spChg chg="add del mod">
          <ac:chgData name="김 태환" userId="37bdad49bf29bd97" providerId="LiveId" clId="{D3DF9AA7-87D4-4521-97A8-27884D41F730}" dt="2020-08-30T01:12:44.098" v="1899" actId="478"/>
          <ac:spMkLst>
            <pc:docMk/>
            <pc:sldMk cId="3304616825" sldId="740"/>
            <ac:spMk id="75" creationId="{2E66852C-A5E0-4D84-8E72-446BD602E500}"/>
          </ac:spMkLst>
        </pc:spChg>
        <pc:spChg chg="add del mod">
          <ac:chgData name="김 태환" userId="37bdad49bf29bd97" providerId="LiveId" clId="{D3DF9AA7-87D4-4521-97A8-27884D41F730}" dt="2020-08-30T01:41:01.909" v="2210" actId="478"/>
          <ac:spMkLst>
            <pc:docMk/>
            <pc:sldMk cId="3304616825" sldId="740"/>
            <ac:spMk id="77" creationId="{A30A7187-7223-4E74-A679-FF1059096CE0}"/>
          </ac:spMkLst>
        </pc:spChg>
        <pc:spChg chg="add del mod">
          <ac:chgData name="김 태환" userId="37bdad49bf29bd97" providerId="LiveId" clId="{D3DF9AA7-87D4-4521-97A8-27884D41F730}" dt="2020-08-30T01:41:01.909" v="2210" actId="478"/>
          <ac:spMkLst>
            <pc:docMk/>
            <pc:sldMk cId="3304616825" sldId="740"/>
            <ac:spMk id="79" creationId="{A1EE26DC-726D-41EA-A501-DDAC212F5EEB}"/>
          </ac:spMkLst>
        </pc:spChg>
        <pc:spChg chg="add del mod">
          <ac:chgData name="김 태환" userId="37bdad49bf29bd97" providerId="LiveId" clId="{D3DF9AA7-87D4-4521-97A8-27884D41F730}" dt="2020-08-30T01:41:01.909" v="2210" actId="478"/>
          <ac:spMkLst>
            <pc:docMk/>
            <pc:sldMk cId="3304616825" sldId="740"/>
            <ac:spMk id="81" creationId="{F2C987E8-9F45-486C-8CAD-A4E2110B3B18}"/>
          </ac:spMkLst>
        </pc:spChg>
        <pc:spChg chg="add del mod">
          <ac:chgData name="김 태환" userId="37bdad49bf29bd97" providerId="LiveId" clId="{D3DF9AA7-87D4-4521-97A8-27884D41F730}" dt="2020-08-30T01:21:59.152" v="1934" actId="478"/>
          <ac:spMkLst>
            <pc:docMk/>
            <pc:sldMk cId="3304616825" sldId="740"/>
            <ac:spMk id="92" creationId="{8D566A49-4FA8-415C-870D-656C0F3D2088}"/>
          </ac:spMkLst>
        </pc:spChg>
        <pc:spChg chg="add del mod">
          <ac:chgData name="김 태환" userId="37bdad49bf29bd97" providerId="LiveId" clId="{D3DF9AA7-87D4-4521-97A8-27884D41F730}" dt="2020-08-30T01:40:05.934" v="2188" actId="478"/>
          <ac:spMkLst>
            <pc:docMk/>
            <pc:sldMk cId="3304616825" sldId="740"/>
            <ac:spMk id="97" creationId="{B9791A97-A0E7-40F3-9F96-CCEF9F2F7539}"/>
          </ac:spMkLst>
        </pc:spChg>
        <pc:spChg chg="mod topLvl">
          <ac:chgData name="김 태환" userId="37bdad49bf29bd97" providerId="LiveId" clId="{D3DF9AA7-87D4-4521-97A8-27884D41F730}" dt="2020-08-30T15:12:27.217" v="8655" actId="1582"/>
          <ac:spMkLst>
            <pc:docMk/>
            <pc:sldMk cId="3304616825" sldId="740"/>
            <ac:spMk id="102" creationId="{60AF6D6F-691A-40AB-82FD-2502EDED815E}"/>
          </ac:spMkLst>
        </pc:spChg>
        <pc:spChg chg="del mod topLvl">
          <ac:chgData name="김 태환" userId="37bdad49bf29bd97" providerId="LiveId" clId="{D3DF9AA7-87D4-4521-97A8-27884D41F730}" dt="2020-08-30T02:00:17.028" v="2339" actId="478"/>
          <ac:spMkLst>
            <pc:docMk/>
            <pc:sldMk cId="3304616825" sldId="740"/>
            <ac:spMk id="103" creationId="{794AE884-07ED-4FBA-894A-5711DC5ADC18}"/>
          </ac:spMkLst>
        </pc:spChg>
        <pc:spChg chg="add mod">
          <ac:chgData name="김 태환" userId="37bdad49bf29bd97" providerId="LiveId" clId="{D3DF9AA7-87D4-4521-97A8-27884D41F730}" dt="2020-08-30T15:12:38.244" v="8657" actId="1582"/>
          <ac:spMkLst>
            <pc:docMk/>
            <pc:sldMk cId="3304616825" sldId="740"/>
            <ac:spMk id="105" creationId="{4E569349-F331-424B-950F-371DDD2CC6CA}"/>
          </ac:spMkLst>
        </pc:spChg>
        <pc:spChg chg="add mod">
          <ac:chgData name="김 태환" userId="37bdad49bf29bd97" providerId="LiveId" clId="{D3DF9AA7-87D4-4521-97A8-27884D41F730}" dt="2020-08-30T02:14:25.156" v="2763" actId="20577"/>
          <ac:spMkLst>
            <pc:docMk/>
            <pc:sldMk cId="3304616825" sldId="740"/>
            <ac:spMk id="107" creationId="{70F7BBD9-CFD7-437C-98DD-F14B21C5B20C}"/>
          </ac:spMkLst>
        </pc:spChg>
        <pc:spChg chg="add mod">
          <ac:chgData name="김 태환" userId="37bdad49bf29bd97" providerId="LiveId" clId="{D3DF9AA7-87D4-4521-97A8-27884D41F730}" dt="2020-08-30T02:16:44.831" v="3006" actId="20577"/>
          <ac:spMkLst>
            <pc:docMk/>
            <pc:sldMk cId="3304616825" sldId="740"/>
            <ac:spMk id="108" creationId="{B9A34740-0977-458A-A9DC-6A681BC4310A}"/>
          </ac:spMkLst>
        </pc:spChg>
        <pc:grpChg chg="add del mod">
          <ac:chgData name="김 태환" userId="37bdad49bf29bd97" providerId="LiveId" clId="{D3DF9AA7-87D4-4521-97A8-27884D41F730}" dt="2020-08-30T00:31:10.263" v="1548" actId="165"/>
          <ac:grpSpMkLst>
            <pc:docMk/>
            <pc:sldMk cId="3304616825" sldId="740"/>
            <ac:grpSpMk id="9" creationId="{F965F59C-E38A-4B38-95D9-7AC12895B31A}"/>
          </ac:grpSpMkLst>
        </pc:grpChg>
        <pc:grpChg chg="add del mod">
          <ac:chgData name="김 태환" userId="37bdad49bf29bd97" providerId="LiveId" clId="{D3DF9AA7-87D4-4521-97A8-27884D41F730}" dt="2020-08-30T00:31:42.987" v="1564" actId="478"/>
          <ac:grpSpMkLst>
            <pc:docMk/>
            <pc:sldMk cId="3304616825" sldId="740"/>
            <ac:grpSpMk id="12" creationId="{3FC4D0CA-79E3-4827-8F1D-6B67BAE86934}"/>
          </ac:grpSpMkLst>
        </pc:grpChg>
        <pc:grpChg chg="add mod">
          <ac:chgData name="김 태환" userId="37bdad49bf29bd97" providerId="LiveId" clId="{D3DF9AA7-87D4-4521-97A8-27884D41F730}" dt="2020-08-30T01:45:38.204" v="2312" actId="14100"/>
          <ac:grpSpMkLst>
            <pc:docMk/>
            <pc:sldMk cId="3304616825" sldId="740"/>
            <ac:grpSpMk id="19" creationId="{D169B889-95EF-457C-A606-D721C08B69FF}"/>
          </ac:grpSpMkLst>
        </pc:grpChg>
        <pc:grpChg chg="add del mod">
          <ac:chgData name="김 태환" userId="37bdad49bf29bd97" providerId="LiveId" clId="{D3DF9AA7-87D4-4521-97A8-27884D41F730}" dt="2020-08-30T00:31:46.117" v="1566"/>
          <ac:grpSpMkLst>
            <pc:docMk/>
            <pc:sldMk cId="3304616825" sldId="740"/>
            <ac:grpSpMk id="20" creationId="{100E83DE-A954-4327-A410-3EC702309B1A}"/>
          </ac:grpSpMkLst>
        </pc:grpChg>
        <pc:grpChg chg="add del mod">
          <ac:chgData name="김 태환" userId="37bdad49bf29bd97" providerId="LiveId" clId="{D3DF9AA7-87D4-4521-97A8-27884D41F730}" dt="2020-08-30T00:32:32.011" v="1584" actId="478"/>
          <ac:grpSpMkLst>
            <pc:docMk/>
            <pc:sldMk cId="3304616825" sldId="740"/>
            <ac:grpSpMk id="23" creationId="{3F28C2C4-E042-41BE-8969-206202B3FA50}"/>
          </ac:grpSpMkLst>
        </pc:grpChg>
        <pc:grpChg chg="add del mod">
          <ac:chgData name="김 태환" userId="37bdad49bf29bd97" providerId="LiveId" clId="{D3DF9AA7-87D4-4521-97A8-27884D41F730}" dt="2020-08-30T00:32:10.856" v="1574" actId="21"/>
          <ac:grpSpMkLst>
            <pc:docMk/>
            <pc:sldMk cId="3304616825" sldId="740"/>
            <ac:grpSpMk id="26" creationId="{ED915F92-F466-4D84-BBFD-A9933128CC2B}"/>
          </ac:grpSpMkLst>
        </pc:grpChg>
        <pc:grpChg chg="add mod">
          <ac:chgData name="김 태환" userId="37bdad49bf29bd97" providerId="LiveId" clId="{D3DF9AA7-87D4-4521-97A8-27884D41F730}" dt="2020-08-30T00:32:02.742" v="1570" actId="571"/>
          <ac:grpSpMkLst>
            <pc:docMk/>
            <pc:sldMk cId="3304616825" sldId="740"/>
            <ac:grpSpMk id="29" creationId="{D074BC38-055A-4353-A2D9-2B4B7CD5B653}"/>
          </ac:grpSpMkLst>
        </pc:grpChg>
        <pc:grpChg chg="add del mod">
          <ac:chgData name="김 태환" userId="37bdad49bf29bd97" providerId="LiveId" clId="{D3DF9AA7-87D4-4521-97A8-27884D41F730}" dt="2020-08-30T00:32:31.282" v="1583" actId="478"/>
          <ac:grpSpMkLst>
            <pc:docMk/>
            <pc:sldMk cId="3304616825" sldId="740"/>
            <ac:grpSpMk id="32" creationId="{F2DE6EF7-4097-4FAB-BA8A-4E83ED39FF62}"/>
          </ac:grpSpMkLst>
        </pc:grpChg>
        <pc:grpChg chg="add del mod">
          <ac:chgData name="김 태환" userId="37bdad49bf29bd97" providerId="LiveId" clId="{D3DF9AA7-87D4-4521-97A8-27884D41F730}" dt="2020-08-30T00:32:31.282" v="1583" actId="478"/>
          <ac:grpSpMkLst>
            <pc:docMk/>
            <pc:sldMk cId="3304616825" sldId="740"/>
            <ac:grpSpMk id="35" creationId="{4D6988BA-51CA-4B36-9363-708E498F986A}"/>
          </ac:grpSpMkLst>
        </pc:grpChg>
        <pc:grpChg chg="add del mod">
          <ac:chgData name="김 태환" userId="37bdad49bf29bd97" providerId="LiveId" clId="{D3DF9AA7-87D4-4521-97A8-27884D41F730}" dt="2020-08-30T00:32:31.282" v="1583" actId="478"/>
          <ac:grpSpMkLst>
            <pc:docMk/>
            <pc:sldMk cId="3304616825" sldId="740"/>
            <ac:grpSpMk id="38" creationId="{2FC4825C-D99C-4F18-9666-FE117896C159}"/>
          </ac:grpSpMkLst>
        </pc:grpChg>
        <pc:grpChg chg="add mod">
          <ac:chgData name="김 태환" userId="37bdad49bf29bd97" providerId="LiveId" clId="{D3DF9AA7-87D4-4521-97A8-27884D41F730}" dt="2020-08-30T01:45:38.204" v="2312" actId="14100"/>
          <ac:grpSpMkLst>
            <pc:docMk/>
            <pc:sldMk cId="3304616825" sldId="740"/>
            <ac:grpSpMk id="41" creationId="{70932B46-41AF-45FE-B0AC-C34EB6994FB2}"/>
          </ac:grpSpMkLst>
        </pc:grpChg>
        <pc:grpChg chg="add mod">
          <ac:chgData name="김 태환" userId="37bdad49bf29bd97" providerId="LiveId" clId="{D3DF9AA7-87D4-4521-97A8-27884D41F730}" dt="2020-08-30T01:45:38.204" v="2312" actId="14100"/>
          <ac:grpSpMkLst>
            <pc:docMk/>
            <pc:sldMk cId="3304616825" sldId="740"/>
            <ac:grpSpMk id="44" creationId="{292768C6-903B-4399-832F-FB0E42AE432A}"/>
          </ac:grpSpMkLst>
        </pc:grpChg>
        <pc:grpChg chg="add mod">
          <ac:chgData name="김 태환" userId="37bdad49bf29bd97" providerId="LiveId" clId="{D3DF9AA7-87D4-4521-97A8-27884D41F730}" dt="2020-08-30T01:45:38.204" v="2312" actId="14100"/>
          <ac:grpSpMkLst>
            <pc:docMk/>
            <pc:sldMk cId="3304616825" sldId="740"/>
            <ac:grpSpMk id="47" creationId="{60502CAE-C091-45C2-8A78-116A338F6E6A}"/>
          </ac:grpSpMkLst>
        </pc:grpChg>
        <pc:grpChg chg="add mod">
          <ac:chgData name="김 태환" userId="37bdad49bf29bd97" providerId="LiveId" clId="{D3DF9AA7-87D4-4521-97A8-27884D41F730}" dt="2020-08-30T01:45:38.204" v="2312" actId="14100"/>
          <ac:grpSpMkLst>
            <pc:docMk/>
            <pc:sldMk cId="3304616825" sldId="740"/>
            <ac:grpSpMk id="50" creationId="{C4296F86-057C-4686-A893-360A9CA2F04E}"/>
          </ac:grpSpMkLst>
        </pc:grpChg>
        <pc:grpChg chg="add del mod">
          <ac:chgData name="김 태환" userId="37bdad49bf29bd97" providerId="LiveId" clId="{D3DF9AA7-87D4-4521-97A8-27884D41F730}" dt="2020-08-30T01:41:52.637" v="2274" actId="478"/>
          <ac:grpSpMkLst>
            <pc:docMk/>
            <pc:sldMk cId="3304616825" sldId="740"/>
            <ac:grpSpMk id="53" creationId="{19099FD5-5654-4C58-8176-AB7FF296968F}"/>
          </ac:grpSpMkLst>
        </pc:grpChg>
        <pc:grpChg chg="add del mod">
          <ac:chgData name="김 태환" userId="37bdad49bf29bd97" providerId="LiveId" clId="{D3DF9AA7-87D4-4521-97A8-27884D41F730}" dt="2020-08-30T00:58:24.801" v="1875" actId="478"/>
          <ac:grpSpMkLst>
            <pc:docMk/>
            <pc:sldMk cId="3304616825" sldId="740"/>
            <ac:grpSpMk id="71" creationId="{6BD9A544-6F6C-420D-9E74-89F5DCA6E5C2}"/>
          </ac:grpSpMkLst>
        </pc:grpChg>
        <pc:grpChg chg="add del mod">
          <ac:chgData name="김 태환" userId="37bdad49bf29bd97" providerId="LiveId" clId="{D3DF9AA7-87D4-4521-97A8-27884D41F730}" dt="2020-08-30T02:00:17.028" v="2339" actId="478"/>
          <ac:grpSpMkLst>
            <pc:docMk/>
            <pc:sldMk cId="3304616825" sldId="740"/>
            <ac:grpSpMk id="101" creationId="{57AB08DD-7B15-4C2B-999C-319F2F5D1B2B}"/>
          </ac:grpSpMkLst>
        </pc:grpChg>
        <pc:picChg chg="del">
          <ac:chgData name="김 태환" userId="37bdad49bf29bd97" providerId="LiveId" clId="{D3DF9AA7-87D4-4521-97A8-27884D41F730}" dt="2020-08-30T00:26:18.708" v="1441" actId="478"/>
          <ac:picMkLst>
            <pc:docMk/>
            <pc:sldMk cId="3304616825" sldId="740"/>
            <ac:picMk id="5" creationId="{3B0C0986-6A8E-477A-AEA1-D43CE081BD59}"/>
          </ac:picMkLst>
        </pc:picChg>
        <pc:picChg chg="add del mod">
          <ac:chgData name="김 태환" userId="37bdad49bf29bd97" providerId="LiveId" clId="{D3DF9AA7-87D4-4521-97A8-27884D41F730}" dt="2020-08-30T01:40:59.981" v="2209" actId="478"/>
          <ac:picMkLst>
            <pc:docMk/>
            <pc:sldMk cId="3304616825" sldId="740"/>
            <ac:picMk id="74" creationId="{F8124743-28E6-4716-9FCB-4D4552563E92}"/>
          </ac:picMkLst>
        </pc:picChg>
        <pc:picChg chg="add mod">
          <ac:chgData name="김 태환" userId="37bdad49bf29bd97" providerId="LiveId" clId="{D3DF9AA7-87D4-4521-97A8-27884D41F730}" dt="2020-08-30T01:47:35.891" v="2336" actId="14100"/>
          <ac:picMkLst>
            <pc:docMk/>
            <pc:sldMk cId="3304616825" sldId="740"/>
            <ac:picMk id="100" creationId="{AC33F3A7-0FA9-4AB9-8CA0-1EC98BB460D8}"/>
          </ac:picMkLst>
        </pc:picChg>
        <pc:cxnChg chg="add del mod">
          <ac:chgData name="김 태환" userId="37bdad49bf29bd97" providerId="LiveId" clId="{D3DF9AA7-87D4-4521-97A8-27884D41F730}" dt="2020-08-30T00:29:43.858" v="1476" actId="478"/>
          <ac:cxnSpMkLst>
            <pc:docMk/>
            <pc:sldMk cId="3304616825" sldId="740"/>
            <ac:cxnSpMk id="15" creationId="{B3E34191-CDB2-4C8C-99E6-0DBFD693B8A7}"/>
          </ac:cxnSpMkLst>
        </pc:cxnChg>
        <pc:cxnChg chg="add del mod">
          <ac:chgData name="김 태환" userId="37bdad49bf29bd97" providerId="LiveId" clId="{D3DF9AA7-87D4-4521-97A8-27884D41F730}" dt="2020-08-30T00:32:36.962" v="1586" actId="478"/>
          <ac:cxnSpMkLst>
            <pc:docMk/>
            <pc:sldMk cId="3304616825" sldId="740"/>
            <ac:cxnSpMk id="18" creationId="{EB386D3F-1D34-43E6-9A85-710C2D9D7D87}"/>
          </ac:cxnSpMkLst>
        </pc:cxnChg>
        <pc:cxnChg chg="add mod">
          <ac:chgData name="김 태환" userId="37bdad49bf29bd97" providerId="LiveId" clId="{D3DF9AA7-87D4-4521-97A8-27884D41F730}" dt="2020-08-30T01:45:38.204" v="2312" actId="14100"/>
          <ac:cxnSpMkLst>
            <pc:docMk/>
            <pc:sldMk cId="3304616825" sldId="740"/>
            <ac:cxnSpMk id="57" creationId="{D2EB6FBB-9057-4286-A2C2-7D56A3990733}"/>
          </ac:cxnSpMkLst>
        </pc:cxnChg>
        <pc:cxnChg chg="add mod">
          <ac:chgData name="김 태환" userId="37bdad49bf29bd97" providerId="LiveId" clId="{D3DF9AA7-87D4-4521-97A8-27884D41F730}" dt="2020-08-30T01:45:38.204" v="2312" actId="14100"/>
          <ac:cxnSpMkLst>
            <pc:docMk/>
            <pc:sldMk cId="3304616825" sldId="740"/>
            <ac:cxnSpMk id="58" creationId="{88017E61-71E4-4F71-B336-129AD83E5C13}"/>
          </ac:cxnSpMkLst>
        </pc:cxnChg>
        <pc:cxnChg chg="add mod">
          <ac:chgData name="김 태환" userId="37bdad49bf29bd97" providerId="LiveId" clId="{D3DF9AA7-87D4-4521-97A8-27884D41F730}" dt="2020-08-30T01:45:38.204" v="2312" actId="14100"/>
          <ac:cxnSpMkLst>
            <pc:docMk/>
            <pc:sldMk cId="3304616825" sldId="740"/>
            <ac:cxnSpMk id="61" creationId="{EE5E9A78-5251-48A5-BF48-D195BE47DEBF}"/>
          </ac:cxnSpMkLst>
        </pc:cxnChg>
        <pc:cxnChg chg="add mod">
          <ac:chgData name="김 태환" userId="37bdad49bf29bd97" providerId="LiveId" clId="{D3DF9AA7-87D4-4521-97A8-27884D41F730}" dt="2020-08-30T01:45:38.204" v="2312" actId="14100"/>
          <ac:cxnSpMkLst>
            <pc:docMk/>
            <pc:sldMk cId="3304616825" sldId="740"/>
            <ac:cxnSpMk id="65" creationId="{C87EF51A-C061-4B55-A092-E08B65F27D45}"/>
          </ac:cxnSpMkLst>
        </pc:cxnChg>
        <pc:cxnChg chg="add del mod">
          <ac:chgData name="김 태환" userId="37bdad49bf29bd97" providerId="LiveId" clId="{D3DF9AA7-87D4-4521-97A8-27884D41F730}" dt="2020-08-30T01:41:53.317" v="2275" actId="478"/>
          <ac:cxnSpMkLst>
            <pc:docMk/>
            <pc:sldMk cId="3304616825" sldId="740"/>
            <ac:cxnSpMk id="68" creationId="{A2D37F2B-748F-4A08-A4E4-074BD03C7120}"/>
          </ac:cxnSpMkLst>
        </pc:cxnChg>
        <pc:cxnChg chg="add del mod">
          <ac:chgData name="김 태환" userId="37bdad49bf29bd97" providerId="LiveId" clId="{D3DF9AA7-87D4-4521-97A8-27884D41F730}" dt="2020-08-30T01:20:28.047" v="1914" actId="478"/>
          <ac:cxnSpMkLst>
            <pc:docMk/>
            <pc:sldMk cId="3304616825" sldId="740"/>
            <ac:cxnSpMk id="82" creationId="{3B5A6487-8594-4F0A-98EE-14B6ECB3476F}"/>
          </ac:cxnSpMkLst>
        </pc:cxnChg>
        <pc:cxnChg chg="add del mod">
          <ac:chgData name="김 태환" userId="37bdad49bf29bd97" providerId="LiveId" clId="{D3DF9AA7-87D4-4521-97A8-27884D41F730}" dt="2020-08-30T01:21:12.199" v="1923" actId="478"/>
          <ac:cxnSpMkLst>
            <pc:docMk/>
            <pc:sldMk cId="3304616825" sldId="740"/>
            <ac:cxnSpMk id="83" creationId="{2DDC9D08-C598-405A-A4B2-187306F5FAF9}"/>
          </ac:cxnSpMkLst>
        </pc:cxnChg>
        <pc:cxnChg chg="add del mod">
          <ac:chgData name="김 태환" userId="37bdad49bf29bd97" providerId="LiveId" clId="{D3DF9AA7-87D4-4521-97A8-27884D41F730}" dt="2020-08-30T01:41:01.909" v="2210" actId="478"/>
          <ac:cxnSpMkLst>
            <pc:docMk/>
            <pc:sldMk cId="3304616825" sldId="740"/>
            <ac:cxnSpMk id="87" creationId="{7705BA28-00F6-423B-8415-1E3E0A701432}"/>
          </ac:cxnSpMkLst>
        </pc:cxnChg>
        <pc:cxnChg chg="add del mod">
          <ac:chgData name="김 태환" userId="37bdad49bf29bd97" providerId="LiveId" clId="{D3DF9AA7-87D4-4521-97A8-27884D41F730}" dt="2020-08-30T01:40:07.692" v="2189" actId="478"/>
          <ac:cxnSpMkLst>
            <pc:docMk/>
            <pc:sldMk cId="3304616825" sldId="740"/>
            <ac:cxnSpMk id="88" creationId="{B891439E-8DFA-45BE-A5C0-6D202F2F4FC0}"/>
          </ac:cxnSpMkLst>
        </pc:cxnChg>
        <pc:cxnChg chg="add mod">
          <ac:chgData name="김 태환" userId="37bdad49bf29bd97" providerId="LiveId" clId="{D3DF9AA7-87D4-4521-97A8-27884D41F730}" dt="2020-08-30T15:12:13.250" v="8653" actId="208"/>
          <ac:cxnSpMkLst>
            <pc:docMk/>
            <pc:sldMk cId="3304616825" sldId="740"/>
            <ac:cxnSpMk id="110" creationId="{A2A0B2EC-1ADD-438F-BD05-B01064F3277C}"/>
          </ac:cxnSpMkLst>
        </pc:cxnChg>
        <pc:cxnChg chg="add mod">
          <ac:chgData name="김 태환" userId="37bdad49bf29bd97" providerId="LiveId" clId="{D3DF9AA7-87D4-4521-97A8-27884D41F730}" dt="2020-08-30T15:12:42.645" v="8658" actId="208"/>
          <ac:cxnSpMkLst>
            <pc:docMk/>
            <pc:sldMk cId="3304616825" sldId="740"/>
            <ac:cxnSpMk id="112" creationId="{92CE4453-38A7-4B19-9513-0A679B51D3BC}"/>
          </ac:cxnSpMkLst>
        </pc:cxnChg>
      </pc:sldChg>
      <pc:sldChg chg="add del">
        <pc:chgData name="김 태환" userId="37bdad49bf29bd97" providerId="LiveId" clId="{D3DF9AA7-87D4-4521-97A8-27884D41F730}" dt="2020-08-30T01:45:33.830" v="2311" actId="47"/>
        <pc:sldMkLst>
          <pc:docMk/>
          <pc:sldMk cId="577782320" sldId="741"/>
        </pc:sldMkLst>
      </pc:sldChg>
      <pc:sldChg chg="del">
        <pc:chgData name="김 태환" userId="37bdad49bf29bd97" providerId="LiveId" clId="{D3DF9AA7-87D4-4521-97A8-27884D41F730}" dt="2020-08-30T00:12:22.895" v="34" actId="47"/>
        <pc:sldMkLst>
          <pc:docMk/>
          <pc:sldMk cId="882597981" sldId="741"/>
        </pc:sldMkLst>
      </pc:sldChg>
      <pc:sldChg chg="delSp modSp add del mod">
        <pc:chgData name="김 태환" userId="37bdad49bf29bd97" providerId="LiveId" clId="{D3DF9AA7-87D4-4521-97A8-27884D41F730}" dt="2020-08-30T01:40:57.358" v="2208" actId="47"/>
        <pc:sldMkLst>
          <pc:docMk/>
          <pc:sldMk cId="2166015183" sldId="741"/>
        </pc:sldMkLst>
        <pc:spChg chg="mod">
          <ac:chgData name="김 태환" userId="37bdad49bf29bd97" providerId="LiveId" clId="{D3DF9AA7-87D4-4521-97A8-27884D41F730}" dt="2020-08-30T01:34:08.190" v="2171" actId="207"/>
          <ac:spMkLst>
            <pc:docMk/>
            <pc:sldMk cId="2166015183" sldId="741"/>
            <ac:spMk id="11" creationId="{16B56C05-5804-4476-950F-B0A23DEB2F11}"/>
          </ac:spMkLst>
        </pc:spChg>
        <pc:spChg chg="mod">
          <ac:chgData name="김 태환" userId="37bdad49bf29bd97" providerId="LiveId" clId="{D3DF9AA7-87D4-4521-97A8-27884D41F730}" dt="2020-08-30T01:34:13.234" v="2172" actId="207"/>
          <ac:spMkLst>
            <pc:docMk/>
            <pc:sldMk cId="2166015183" sldId="741"/>
            <ac:spMk id="43" creationId="{3173D3DE-358F-4A86-8108-D820C3BFCC7F}"/>
          </ac:spMkLst>
        </pc:spChg>
        <pc:spChg chg="del">
          <ac:chgData name="김 태환" userId="37bdad49bf29bd97" providerId="LiveId" clId="{D3DF9AA7-87D4-4521-97A8-27884D41F730}" dt="2020-08-30T01:34:00.861" v="2170" actId="478"/>
          <ac:spMkLst>
            <pc:docMk/>
            <pc:sldMk cId="2166015183" sldId="741"/>
            <ac:spMk id="77" creationId="{A30A7187-7223-4E74-A679-FF1059096CE0}"/>
          </ac:spMkLst>
        </pc:spChg>
        <pc:spChg chg="del">
          <ac:chgData name="김 태환" userId="37bdad49bf29bd97" providerId="LiveId" clId="{D3DF9AA7-87D4-4521-97A8-27884D41F730}" dt="2020-08-30T01:34:00.861" v="2170" actId="478"/>
          <ac:spMkLst>
            <pc:docMk/>
            <pc:sldMk cId="2166015183" sldId="741"/>
            <ac:spMk id="79" creationId="{A1EE26DC-726D-41EA-A501-DDAC212F5EEB}"/>
          </ac:spMkLst>
        </pc:spChg>
        <pc:spChg chg="del mod">
          <ac:chgData name="김 태환" userId="37bdad49bf29bd97" providerId="LiveId" clId="{D3DF9AA7-87D4-4521-97A8-27884D41F730}" dt="2020-08-30T01:33:56.647" v="2166" actId="478"/>
          <ac:spMkLst>
            <pc:docMk/>
            <pc:sldMk cId="2166015183" sldId="741"/>
            <ac:spMk id="81" creationId="{F2C987E8-9F45-486C-8CAD-A4E2110B3B18}"/>
          </ac:spMkLst>
        </pc:spChg>
        <pc:spChg chg="del">
          <ac:chgData name="김 태환" userId="37bdad49bf29bd97" providerId="LiveId" clId="{D3DF9AA7-87D4-4521-97A8-27884D41F730}" dt="2020-08-30T01:33:57.503" v="2167" actId="478"/>
          <ac:spMkLst>
            <pc:docMk/>
            <pc:sldMk cId="2166015183" sldId="741"/>
            <ac:spMk id="97" creationId="{B9791A97-A0E7-40F3-9F96-CCEF9F2F7539}"/>
          </ac:spMkLst>
        </pc:spChg>
        <pc:picChg chg="del">
          <ac:chgData name="김 태환" userId="37bdad49bf29bd97" providerId="LiveId" clId="{D3DF9AA7-87D4-4521-97A8-27884D41F730}" dt="2020-08-30T01:33:58.293" v="2168" actId="478"/>
          <ac:picMkLst>
            <pc:docMk/>
            <pc:sldMk cId="2166015183" sldId="741"/>
            <ac:picMk id="74" creationId="{F8124743-28E6-4716-9FCB-4D4552563E92}"/>
          </ac:picMkLst>
        </pc:picChg>
        <pc:cxnChg chg="del mod">
          <ac:chgData name="김 태환" userId="37bdad49bf29bd97" providerId="LiveId" clId="{D3DF9AA7-87D4-4521-97A8-27884D41F730}" dt="2020-08-30T01:34:00.861" v="2170" actId="478"/>
          <ac:cxnSpMkLst>
            <pc:docMk/>
            <pc:sldMk cId="2166015183" sldId="741"/>
            <ac:cxnSpMk id="87" creationId="{7705BA28-00F6-423B-8415-1E3E0A701432}"/>
          </ac:cxnSpMkLst>
        </pc:cxnChg>
        <pc:cxnChg chg="del mod">
          <ac:chgData name="김 태환" userId="37bdad49bf29bd97" providerId="LiveId" clId="{D3DF9AA7-87D4-4521-97A8-27884D41F730}" dt="2020-08-30T01:33:59.405" v="2169" actId="478"/>
          <ac:cxnSpMkLst>
            <pc:docMk/>
            <pc:sldMk cId="2166015183" sldId="741"/>
            <ac:cxnSpMk id="88" creationId="{B891439E-8DFA-45BE-A5C0-6D202F2F4FC0}"/>
          </ac:cxnSpMkLst>
        </pc:cxnChg>
      </pc:sldChg>
      <pc:sldChg chg="addSp delSp modSp add mod">
        <pc:chgData name="김 태환" userId="37bdad49bf29bd97" providerId="LiveId" clId="{D3DF9AA7-87D4-4521-97A8-27884D41F730}" dt="2020-08-30T15:11:22.756" v="8652" actId="1582"/>
        <pc:sldMkLst>
          <pc:docMk/>
          <pc:sldMk cId="3945177233" sldId="741"/>
        </pc:sldMkLst>
        <pc:spChg chg="mod">
          <ac:chgData name="김 태환" userId="37bdad49bf29bd97" providerId="LiveId" clId="{D3DF9AA7-87D4-4521-97A8-27884D41F730}" dt="2020-08-30T03:03:01.261" v="4168"/>
          <ac:spMkLst>
            <pc:docMk/>
            <pc:sldMk cId="3945177233" sldId="741"/>
            <ac:spMk id="7" creationId="{00000000-0000-0000-0000-000000000000}"/>
          </ac:spMkLst>
        </pc:spChg>
        <pc:spChg chg="mod">
          <ac:chgData name="김 태환" userId="37bdad49bf29bd97" providerId="LiveId" clId="{D3DF9AA7-87D4-4521-97A8-27884D41F730}" dt="2020-08-30T01:46:19.988" v="2323" actId="207"/>
          <ac:spMkLst>
            <pc:docMk/>
            <pc:sldMk cId="3945177233" sldId="741"/>
            <ac:spMk id="11" creationId="{16B56C05-5804-4476-950F-B0A23DEB2F11}"/>
          </ac:spMkLst>
        </pc:spChg>
        <pc:spChg chg="add del mod">
          <ac:chgData name="김 태환" userId="37bdad49bf29bd97" providerId="LiveId" clId="{D3DF9AA7-87D4-4521-97A8-27884D41F730}" dt="2020-08-30T02:36:36.865" v="3122" actId="478"/>
          <ac:spMkLst>
            <pc:docMk/>
            <pc:sldMk cId="3945177233" sldId="741"/>
            <ac:spMk id="20" creationId="{CFDD167A-C09E-4B00-A488-50AB2B24BF05}"/>
          </ac:spMkLst>
        </pc:spChg>
        <pc:spChg chg="add mod">
          <ac:chgData name="김 태환" userId="37bdad49bf29bd97" providerId="LiveId" clId="{D3DF9AA7-87D4-4521-97A8-27884D41F730}" dt="2020-08-30T15:11:14.836" v="8650" actId="208"/>
          <ac:spMkLst>
            <pc:docMk/>
            <pc:sldMk cId="3945177233" sldId="741"/>
            <ac:spMk id="25" creationId="{BBB8C94F-4C73-4F45-B4A9-30BF8ACAA304}"/>
          </ac:spMkLst>
        </pc:spChg>
        <pc:spChg chg="add del mod">
          <ac:chgData name="김 태환" userId="37bdad49bf29bd97" providerId="LiveId" clId="{D3DF9AA7-87D4-4521-97A8-27884D41F730}" dt="2020-08-30T02:36:39.426" v="3123" actId="478"/>
          <ac:spMkLst>
            <pc:docMk/>
            <pc:sldMk cId="3945177233" sldId="741"/>
            <ac:spMk id="26" creationId="{0BA72F1C-FB9F-4362-B98F-0ECB987B1639}"/>
          </ac:spMkLst>
        </pc:spChg>
        <pc:spChg chg="add del mod">
          <ac:chgData name="김 태환" userId="37bdad49bf29bd97" providerId="LiveId" clId="{D3DF9AA7-87D4-4521-97A8-27884D41F730}" dt="2020-08-30T02:36:36.865" v="3122" actId="478"/>
          <ac:spMkLst>
            <pc:docMk/>
            <pc:sldMk cId="3945177233" sldId="741"/>
            <ac:spMk id="27" creationId="{B8505E6B-749A-4E45-96A3-ED0ECCD61A68}"/>
          </ac:spMkLst>
        </pc:spChg>
        <pc:spChg chg="add mod">
          <ac:chgData name="김 태환" userId="37bdad49bf29bd97" providerId="LiveId" clId="{D3DF9AA7-87D4-4521-97A8-27884D41F730}" dt="2020-08-30T15:11:22.756" v="8652" actId="1582"/>
          <ac:spMkLst>
            <pc:docMk/>
            <pc:sldMk cId="3945177233" sldId="741"/>
            <ac:spMk id="29" creationId="{1A9FD087-7420-404A-B7E4-019B1D2ABAAB}"/>
          </ac:spMkLst>
        </pc:spChg>
        <pc:spChg chg="add mod">
          <ac:chgData name="김 태환" userId="37bdad49bf29bd97" providerId="LiveId" clId="{D3DF9AA7-87D4-4521-97A8-27884D41F730}" dt="2020-08-30T02:43:47.215" v="3753" actId="1076"/>
          <ac:spMkLst>
            <pc:docMk/>
            <pc:sldMk cId="3945177233" sldId="741"/>
            <ac:spMk id="30" creationId="{A3244273-1E7D-455F-9878-1398C92E2BCA}"/>
          </ac:spMkLst>
        </pc:spChg>
        <pc:spChg chg="add del mod">
          <ac:chgData name="김 태환" userId="37bdad49bf29bd97" providerId="LiveId" clId="{D3DF9AA7-87D4-4521-97A8-27884D41F730}" dt="2020-08-30T02:36:36.865" v="3122" actId="478"/>
          <ac:spMkLst>
            <pc:docMk/>
            <pc:sldMk cId="3945177233" sldId="741"/>
            <ac:spMk id="39" creationId="{73D866BE-0A16-47F9-8E02-354845CC145A}"/>
          </ac:spMkLst>
        </pc:spChg>
        <pc:spChg chg="mod">
          <ac:chgData name="김 태환" userId="37bdad49bf29bd97" providerId="LiveId" clId="{D3DF9AA7-87D4-4521-97A8-27884D41F730}" dt="2020-08-30T01:46:14.623" v="2322" actId="207"/>
          <ac:spMkLst>
            <pc:docMk/>
            <pc:sldMk cId="3945177233" sldId="741"/>
            <ac:spMk id="43" creationId="{3173D3DE-358F-4A86-8108-D820C3BFCC7F}"/>
          </ac:spMkLst>
        </pc:spChg>
        <pc:spChg chg="add mod">
          <ac:chgData name="김 태환" userId="37bdad49bf29bd97" providerId="LiveId" clId="{D3DF9AA7-87D4-4521-97A8-27884D41F730}" dt="2020-08-30T02:43:08.250" v="3580" actId="20577"/>
          <ac:spMkLst>
            <pc:docMk/>
            <pc:sldMk cId="3945177233" sldId="741"/>
            <ac:spMk id="59" creationId="{670FB7E5-27A6-4A2D-B44A-26AB81CF72B0}"/>
          </ac:spMkLst>
        </pc:spChg>
        <pc:grpChg chg="mod">
          <ac:chgData name="김 태환" userId="37bdad49bf29bd97" providerId="LiveId" clId="{D3DF9AA7-87D4-4521-97A8-27884D41F730}" dt="2020-08-30T01:46:10.903" v="2321" actId="1076"/>
          <ac:grpSpMkLst>
            <pc:docMk/>
            <pc:sldMk cId="3945177233" sldId="741"/>
            <ac:grpSpMk id="41" creationId="{70932B46-41AF-45FE-B0AC-C34EB6994FB2}"/>
          </ac:grpSpMkLst>
        </pc:grpChg>
        <pc:picChg chg="add del mod">
          <ac:chgData name="김 태환" userId="37bdad49bf29bd97" providerId="LiveId" clId="{D3DF9AA7-87D4-4521-97A8-27884D41F730}" dt="2020-08-30T02:36:34.073" v="3121" actId="478"/>
          <ac:picMkLst>
            <pc:docMk/>
            <pc:sldMk cId="3945177233" sldId="741"/>
            <ac:picMk id="2" creationId="{912A038B-5C97-4F3B-8DB7-E3E838F3CF6F}"/>
          </ac:picMkLst>
        </pc:picChg>
        <pc:picChg chg="add mod">
          <ac:chgData name="김 태환" userId="37bdad49bf29bd97" providerId="LiveId" clId="{D3DF9AA7-87D4-4521-97A8-27884D41F730}" dt="2020-08-30T02:36:45.488" v="3126" actId="1076"/>
          <ac:picMkLst>
            <pc:docMk/>
            <pc:sldMk cId="3945177233" sldId="741"/>
            <ac:picMk id="24" creationId="{FDF3B892-F682-4615-A014-53B076A84DB1}"/>
          </ac:picMkLst>
        </pc:picChg>
        <pc:cxnChg chg="add del mod">
          <ac:chgData name="김 태환" userId="37bdad49bf29bd97" providerId="LiveId" clId="{D3DF9AA7-87D4-4521-97A8-27884D41F730}" dt="2020-08-30T02:36:36.865" v="3122" actId="478"/>
          <ac:cxnSpMkLst>
            <pc:docMk/>
            <pc:sldMk cId="3945177233" sldId="741"/>
            <ac:cxnSpMk id="28" creationId="{16CE7D5B-2BF3-42A3-A3A3-E868EEE18DB4}"/>
          </ac:cxnSpMkLst>
        </pc:cxnChg>
        <pc:cxnChg chg="add del mod">
          <ac:chgData name="김 태환" userId="37bdad49bf29bd97" providerId="LiveId" clId="{D3DF9AA7-87D4-4521-97A8-27884D41F730}" dt="2020-08-30T02:36:36.865" v="3122" actId="478"/>
          <ac:cxnSpMkLst>
            <pc:docMk/>
            <pc:sldMk cId="3945177233" sldId="741"/>
            <ac:cxnSpMk id="53" creationId="{F64E4352-8953-48FA-AA76-9D9D04A7AD7E}"/>
          </ac:cxnSpMkLst>
        </pc:cxnChg>
        <pc:cxnChg chg="mod">
          <ac:chgData name="김 태환" userId="37bdad49bf29bd97" providerId="LiveId" clId="{D3DF9AA7-87D4-4521-97A8-27884D41F730}" dt="2020-08-30T01:46:10.903" v="2321" actId="1076"/>
          <ac:cxnSpMkLst>
            <pc:docMk/>
            <pc:sldMk cId="3945177233" sldId="741"/>
            <ac:cxnSpMk id="57" creationId="{D2EB6FBB-9057-4286-A2C2-7D56A3990733}"/>
          </ac:cxnSpMkLst>
        </pc:cxnChg>
        <pc:cxnChg chg="mod">
          <ac:chgData name="김 태환" userId="37bdad49bf29bd97" providerId="LiveId" clId="{D3DF9AA7-87D4-4521-97A8-27884D41F730}" dt="2020-08-30T01:46:10.903" v="2321" actId="1076"/>
          <ac:cxnSpMkLst>
            <pc:docMk/>
            <pc:sldMk cId="3945177233" sldId="741"/>
            <ac:cxnSpMk id="58" creationId="{88017E61-71E4-4F71-B336-129AD83E5C13}"/>
          </ac:cxnSpMkLst>
        </pc:cxnChg>
        <pc:cxnChg chg="add mod">
          <ac:chgData name="김 태환" userId="37bdad49bf29bd97" providerId="LiveId" clId="{D3DF9AA7-87D4-4521-97A8-27884D41F730}" dt="2020-08-30T15:11:07.434" v="8648" actId="208"/>
          <ac:cxnSpMkLst>
            <pc:docMk/>
            <pc:sldMk cId="3945177233" sldId="741"/>
            <ac:cxnSpMk id="60" creationId="{058C7489-8ED9-4FEA-A3BA-552E65AE97F3}"/>
          </ac:cxnSpMkLst>
        </pc:cxnChg>
        <pc:cxnChg chg="add mod">
          <ac:chgData name="김 태환" userId="37bdad49bf29bd97" providerId="LiveId" clId="{D3DF9AA7-87D4-4521-97A8-27884D41F730}" dt="2020-08-30T15:11:01.327" v="8647" actId="208"/>
          <ac:cxnSpMkLst>
            <pc:docMk/>
            <pc:sldMk cId="3945177233" sldId="741"/>
            <ac:cxnSpMk id="62" creationId="{BCA52A83-5CA8-4FC2-9BBA-94FC2DCF64A3}"/>
          </ac:cxnSpMkLst>
        </pc:cxnChg>
      </pc:sldChg>
      <pc:sldChg chg="add del">
        <pc:chgData name="김 태환" userId="37bdad49bf29bd97" providerId="LiveId" clId="{D3DF9AA7-87D4-4521-97A8-27884D41F730}" dt="2020-08-30T01:43:55.646" v="2305" actId="47"/>
        <pc:sldMkLst>
          <pc:docMk/>
          <pc:sldMk cId="4123869102" sldId="741"/>
        </pc:sldMkLst>
      </pc:sldChg>
      <pc:sldChg chg="del">
        <pc:chgData name="김 태환" userId="37bdad49bf29bd97" providerId="LiveId" clId="{D3DF9AA7-87D4-4521-97A8-27884D41F730}" dt="2020-08-30T00:12:26.435" v="35" actId="47"/>
        <pc:sldMkLst>
          <pc:docMk/>
          <pc:sldMk cId="1909572933" sldId="742"/>
        </pc:sldMkLst>
      </pc:sldChg>
      <pc:sldChg chg="addSp delSp modSp add mod">
        <pc:chgData name="김 태환" userId="37bdad49bf29bd97" providerId="LiveId" clId="{D3DF9AA7-87D4-4521-97A8-27884D41F730}" dt="2020-08-30T15:10:56.318" v="8646" actId="1582"/>
        <pc:sldMkLst>
          <pc:docMk/>
          <pc:sldMk cId="1998401561" sldId="742"/>
        </pc:sldMkLst>
        <pc:spChg chg="add mod">
          <ac:chgData name="김 태환" userId="37bdad49bf29bd97" providerId="LiveId" clId="{D3DF9AA7-87D4-4521-97A8-27884D41F730}" dt="2020-08-30T15:10:56.318" v="8646" actId="1582"/>
          <ac:spMkLst>
            <pc:docMk/>
            <pc:sldMk cId="1998401561" sldId="742"/>
            <ac:spMk id="5" creationId="{86012FDC-8B92-4489-A6FE-EA32A1137F7F}"/>
          </ac:spMkLst>
        </pc:spChg>
        <pc:spChg chg="add mod">
          <ac:chgData name="김 태환" userId="37bdad49bf29bd97" providerId="LiveId" clId="{D3DF9AA7-87D4-4521-97A8-27884D41F730}" dt="2020-08-30T02:54:28.211" v="3947" actId="20577"/>
          <ac:spMkLst>
            <pc:docMk/>
            <pc:sldMk cId="1998401561" sldId="742"/>
            <ac:spMk id="6" creationId="{FE5CB1ED-6502-454A-837A-D41753DCF1B0}"/>
          </ac:spMkLst>
        </pc:spChg>
        <pc:spChg chg="mod">
          <ac:chgData name="김 태환" userId="37bdad49bf29bd97" providerId="LiveId" clId="{D3DF9AA7-87D4-4521-97A8-27884D41F730}" dt="2020-08-30T03:02:59.143" v="4167"/>
          <ac:spMkLst>
            <pc:docMk/>
            <pc:sldMk cId="1998401561" sldId="742"/>
            <ac:spMk id="7" creationId="{00000000-0000-0000-0000-000000000000}"/>
          </ac:spMkLst>
        </pc:spChg>
        <pc:spChg chg="mod">
          <ac:chgData name="김 태환" userId="37bdad49bf29bd97" providerId="LiveId" clId="{D3DF9AA7-87D4-4521-97A8-27884D41F730}" dt="2020-08-30T01:46:24.821" v="2324" actId="207"/>
          <ac:spMkLst>
            <pc:docMk/>
            <pc:sldMk cId="1998401561" sldId="742"/>
            <ac:spMk id="11" creationId="{16B56C05-5804-4476-950F-B0A23DEB2F11}"/>
          </ac:spMkLst>
        </pc:spChg>
        <pc:spChg chg="mod">
          <ac:chgData name="김 태환" userId="37bdad49bf29bd97" providerId="LiveId" clId="{D3DF9AA7-87D4-4521-97A8-27884D41F730}" dt="2020-08-30T01:46:30.339" v="2325" actId="207"/>
          <ac:spMkLst>
            <pc:docMk/>
            <pc:sldMk cId="1998401561" sldId="742"/>
            <ac:spMk id="46" creationId="{C39C010B-4A19-4F99-8DBB-8D5A3583F3B3}"/>
          </ac:spMkLst>
        </pc:spChg>
        <pc:picChg chg="add del mod">
          <ac:chgData name="김 태환" userId="37bdad49bf29bd97" providerId="LiveId" clId="{D3DF9AA7-87D4-4521-97A8-27884D41F730}" dt="2020-08-30T02:56:41.815" v="3948" actId="478"/>
          <ac:picMkLst>
            <pc:docMk/>
            <pc:sldMk cId="1998401561" sldId="742"/>
            <ac:picMk id="2" creationId="{BB0AC746-65BB-4AFF-B0E5-77D4C11EAF79}"/>
          </ac:picMkLst>
        </pc:picChg>
        <pc:picChg chg="add mod ord">
          <ac:chgData name="김 태환" userId="37bdad49bf29bd97" providerId="LiveId" clId="{D3DF9AA7-87D4-4521-97A8-27884D41F730}" dt="2020-08-30T02:56:58.742" v="3953" actId="14100"/>
          <ac:picMkLst>
            <pc:docMk/>
            <pc:sldMk cId="1998401561" sldId="742"/>
            <ac:picMk id="13" creationId="{4703C127-2A83-45D7-B4FF-B3E1FF5CCCB6}"/>
          </ac:picMkLst>
        </pc:picChg>
        <pc:cxnChg chg="add mod">
          <ac:chgData name="김 태환" userId="37bdad49bf29bd97" providerId="LiveId" clId="{D3DF9AA7-87D4-4521-97A8-27884D41F730}" dt="2020-08-30T15:10:48.132" v="8644" actId="208"/>
          <ac:cxnSpMkLst>
            <pc:docMk/>
            <pc:sldMk cId="1998401561" sldId="742"/>
            <ac:cxnSpMk id="30" creationId="{38E29BEC-CF23-4BD3-A20E-97544CFCC6B8}"/>
          </ac:cxnSpMkLst>
        </pc:cxnChg>
      </pc:sldChg>
      <pc:sldChg chg="add del">
        <pc:chgData name="김 태환" userId="37bdad49bf29bd97" providerId="LiveId" clId="{D3DF9AA7-87D4-4521-97A8-27884D41F730}" dt="2020-08-30T01:43:56.159" v="2306" actId="47"/>
        <pc:sldMkLst>
          <pc:docMk/>
          <pc:sldMk cId="3772498265" sldId="742"/>
        </pc:sldMkLst>
      </pc:sldChg>
      <pc:sldChg chg="delSp modSp add del mod">
        <pc:chgData name="김 태환" userId="37bdad49bf29bd97" providerId="LiveId" clId="{D3DF9AA7-87D4-4521-97A8-27884D41F730}" dt="2020-08-30T01:40:56.677" v="2207" actId="47"/>
        <pc:sldMkLst>
          <pc:docMk/>
          <pc:sldMk cId="3791049989" sldId="742"/>
        </pc:sldMkLst>
        <pc:spChg chg="mod">
          <ac:chgData name="김 태환" userId="37bdad49bf29bd97" providerId="LiveId" clId="{D3DF9AA7-87D4-4521-97A8-27884D41F730}" dt="2020-08-30T01:35:06.598" v="2178" actId="207"/>
          <ac:spMkLst>
            <pc:docMk/>
            <pc:sldMk cId="3791049989" sldId="742"/>
            <ac:spMk id="11" creationId="{16B56C05-5804-4476-950F-B0A23DEB2F11}"/>
          </ac:spMkLst>
        </pc:spChg>
        <pc:spChg chg="mod">
          <ac:chgData name="김 태환" userId="37bdad49bf29bd97" providerId="LiveId" clId="{D3DF9AA7-87D4-4521-97A8-27884D41F730}" dt="2020-08-30T01:34:51.612" v="2176" actId="207"/>
          <ac:spMkLst>
            <pc:docMk/>
            <pc:sldMk cId="3791049989" sldId="742"/>
            <ac:spMk id="46" creationId="{C39C010B-4A19-4F99-8DBB-8D5A3583F3B3}"/>
          </ac:spMkLst>
        </pc:spChg>
        <pc:spChg chg="del">
          <ac:chgData name="김 태환" userId="37bdad49bf29bd97" providerId="LiveId" clId="{D3DF9AA7-87D4-4521-97A8-27884D41F730}" dt="2020-08-30T01:34:43.502" v="2174" actId="478"/>
          <ac:spMkLst>
            <pc:docMk/>
            <pc:sldMk cId="3791049989" sldId="742"/>
            <ac:spMk id="77" creationId="{A30A7187-7223-4E74-A679-FF1059096CE0}"/>
          </ac:spMkLst>
        </pc:spChg>
        <pc:spChg chg="del">
          <ac:chgData name="김 태환" userId="37bdad49bf29bd97" providerId="LiveId" clId="{D3DF9AA7-87D4-4521-97A8-27884D41F730}" dt="2020-08-30T01:34:43.502" v="2174" actId="478"/>
          <ac:spMkLst>
            <pc:docMk/>
            <pc:sldMk cId="3791049989" sldId="742"/>
            <ac:spMk id="79" creationId="{A1EE26DC-726D-41EA-A501-DDAC212F5EEB}"/>
          </ac:spMkLst>
        </pc:spChg>
        <pc:spChg chg="del">
          <ac:chgData name="김 태환" userId="37bdad49bf29bd97" providerId="LiveId" clId="{D3DF9AA7-87D4-4521-97A8-27884D41F730}" dt="2020-08-30T01:34:44.991" v="2175" actId="478"/>
          <ac:spMkLst>
            <pc:docMk/>
            <pc:sldMk cId="3791049989" sldId="742"/>
            <ac:spMk id="81" creationId="{F2C987E8-9F45-486C-8CAD-A4E2110B3B18}"/>
          </ac:spMkLst>
        </pc:spChg>
        <pc:spChg chg="del">
          <ac:chgData name="김 태환" userId="37bdad49bf29bd97" providerId="LiveId" clId="{D3DF9AA7-87D4-4521-97A8-27884D41F730}" dt="2020-08-30T01:34:43.502" v="2174" actId="478"/>
          <ac:spMkLst>
            <pc:docMk/>
            <pc:sldMk cId="3791049989" sldId="742"/>
            <ac:spMk id="97" creationId="{B9791A97-A0E7-40F3-9F96-CCEF9F2F7539}"/>
          </ac:spMkLst>
        </pc:spChg>
        <pc:picChg chg="del">
          <ac:chgData name="김 태환" userId="37bdad49bf29bd97" providerId="LiveId" clId="{D3DF9AA7-87D4-4521-97A8-27884D41F730}" dt="2020-08-30T01:34:41.174" v="2173" actId="478"/>
          <ac:picMkLst>
            <pc:docMk/>
            <pc:sldMk cId="3791049989" sldId="742"/>
            <ac:picMk id="74" creationId="{F8124743-28E6-4716-9FCB-4D4552563E92}"/>
          </ac:picMkLst>
        </pc:picChg>
        <pc:cxnChg chg="del mod">
          <ac:chgData name="김 태환" userId="37bdad49bf29bd97" providerId="LiveId" clId="{D3DF9AA7-87D4-4521-97A8-27884D41F730}" dt="2020-08-30T01:34:43.502" v="2174" actId="478"/>
          <ac:cxnSpMkLst>
            <pc:docMk/>
            <pc:sldMk cId="3791049989" sldId="742"/>
            <ac:cxnSpMk id="87" creationId="{7705BA28-00F6-423B-8415-1E3E0A701432}"/>
          </ac:cxnSpMkLst>
        </pc:cxnChg>
        <pc:cxnChg chg="del mod">
          <ac:chgData name="김 태환" userId="37bdad49bf29bd97" providerId="LiveId" clId="{D3DF9AA7-87D4-4521-97A8-27884D41F730}" dt="2020-08-30T01:34:43.502" v="2174" actId="478"/>
          <ac:cxnSpMkLst>
            <pc:docMk/>
            <pc:sldMk cId="3791049989" sldId="742"/>
            <ac:cxnSpMk id="88" creationId="{B891439E-8DFA-45BE-A5C0-6D202F2F4FC0}"/>
          </ac:cxnSpMkLst>
        </pc:cxnChg>
      </pc:sldChg>
      <pc:sldChg chg="modSp add del">
        <pc:chgData name="김 태환" userId="37bdad49bf29bd97" providerId="LiveId" clId="{D3DF9AA7-87D4-4521-97A8-27884D41F730}" dt="2020-08-30T01:40:56.215" v="2206" actId="47"/>
        <pc:sldMkLst>
          <pc:docMk/>
          <pc:sldMk cId="653439558" sldId="743"/>
        </pc:sldMkLst>
        <pc:spChg chg="mod">
          <ac:chgData name="김 태환" userId="37bdad49bf29bd97" providerId="LiveId" clId="{D3DF9AA7-87D4-4521-97A8-27884D41F730}" dt="2020-08-30T01:35:18.990" v="2182" actId="207"/>
          <ac:spMkLst>
            <pc:docMk/>
            <pc:sldMk cId="653439558" sldId="743"/>
            <ac:spMk id="46" creationId="{C39C010B-4A19-4F99-8DBB-8D5A3583F3B3}"/>
          </ac:spMkLst>
        </pc:spChg>
        <pc:spChg chg="mod">
          <ac:chgData name="김 태환" userId="37bdad49bf29bd97" providerId="LiveId" clId="{D3DF9AA7-87D4-4521-97A8-27884D41F730}" dt="2020-08-30T01:35:23.334" v="2183" actId="207"/>
          <ac:spMkLst>
            <pc:docMk/>
            <pc:sldMk cId="653439558" sldId="743"/>
            <ac:spMk id="49" creationId="{D4340D4B-439A-40B2-9D8C-1F1DFFE1727D}"/>
          </ac:spMkLst>
        </pc:spChg>
      </pc:sldChg>
      <pc:sldChg chg="addSp delSp modSp add mod">
        <pc:chgData name="김 태환" userId="37bdad49bf29bd97" providerId="LiveId" clId="{D3DF9AA7-87D4-4521-97A8-27884D41F730}" dt="2020-08-30T15:10:41.650" v="8643" actId="208"/>
        <pc:sldMkLst>
          <pc:docMk/>
          <pc:sldMk cId="1700282066" sldId="743"/>
        </pc:sldMkLst>
        <pc:spChg chg="mod">
          <ac:chgData name="김 태환" userId="37bdad49bf29bd97" providerId="LiveId" clId="{D3DF9AA7-87D4-4521-97A8-27884D41F730}" dt="2020-08-30T03:02:56.765" v="4166"/>
          <ac:spMkLst>
            <pc:docMk/>
            <pc:sldMk cId="1700282066" sldId="743"/>
            <ac:spMk id="7" creationId="{00000000-0000-0000-0000-000000000000}"/>
          </ac:spMkLst>
        </pc:spChg>
        <pc:spChg chg="mod">
          <ac:chgData name="김 태환" userId="37bdad49bf29bd97" providerId="LiveId" clId="{D3DF9AA7-87D4-4521-97A8-27884D41F730}" dt="2020-08-30T01:46:39.570" v="2326" actId="207"/>
          <ac:spMkLst>
            <pc:docMk/>
            <pc:sldMk cId="1700282066" sldId="743"/>
            <ac:spMk id="11" creationId="{16B56C05-5804-4476-950F-B0A23DEB2F11}"/>
          </ac:spMkLst>
        </pc:spChg>
        <pc:spChg chg="add del mod">
          <ac:chgData name="김 태환" userId="37bdad49bf29bd97" providerId="LiveId" clId="{D3DF9AA7-87D4-4521-97A8-27884D41F730}" dt="2020-08-30T02:58:50.802" v="3962"/>
          <ac:spMkLst>
            <pc:docMk/>
            <pc:sldMk cId="1700282066" sldId="743"/>
            <ac:spMk id="26" creationId="{9A772D46-B3F1-4867-8A10-65299353D963}"/>
          </ac:spMkLst>
        </pc:spChg>
        <pc:spChg chg="add del mod">
          <ac:chgData name="김 태환" userId="37bdad49bf29bd97" providerId="LiveId" clId="{D3DF9AA7-87D4-4521-97A8-27884D41F730}" dt="2020-08-30T02:58:50.802" v="3962"/>
          <ac:spMkLst>
            <pc:docMk/>
            <pc:sldMk cId="1700282066" sldId="743"/>
            <ac:spMk id="27" creationId="{E2E242A6-ACA4-43CA-B5F6-41A07AB047B8}"/>
          </ac:spMkLst>
        </pc:spChg>
        <pc:spChg chg="add mod">
          <ac:chgData name="김 태환" userId="37bdad49bf29bd97" providerId="LiveId" clId="{D3DF9AA7-87D4-4521-97A8-27884D41F730}" dt="2020-08-30T15:10:41.650" v="8643" actId="208"/>
          <ac:spMkLst>
            <pc:docMk/>
            <pc:sldMk cId="1700282066" sldId="743"/>
            <ac:spMk id="29" creationId="{33565994-6C6D-4E5F-9F59-4CDAD44C72CA}"/>
          </ac:spMkLst>
        </pc:spChg>
        <pc:spChg chg="add mod">
          <ac:chgData name="김 태환" userId="37bdad49bf29bd97" providerId="LiveId" clId="{D3DF9AA7-87D4-4521-97A8-27884D41F730}" dt="2020-08-30T02:59:14.689" v="4092" actId="20577"/>
          <ac:spMkLst>
            <pc:docMk/>
            <pc:sldMk cId="1700282066" sldId="743"/>
            <ac:spMk id="30" creationId="{7EBDBC4B-3D46-4BFB-A89D-DB33E080186D}"/>
          </ac:spMkLst>
        </pc:spChg>
        <pc:spChg chg="mod">
          <ac:chgData name="김 태환" userId="37bdad49bf29bd97" providerId="LiveId" clId="{D3DF9AA7-87D4-4521-97A8-27884D41F730}" dt="2020-08-30T01:46:44.947" v="2327" actId="207"/>
          <ac:spMkLst>
            <pc:docMk/>
            <pc:sldMk cId="1700282066" sldId="743"/>
            <ac:spMk id="49" creationId="{D4340D4B-439A-40B2-9D8C-1F1DFFE1727D}"/>
          </ac:spMkLst>
        </pc:spChg>
        <pc:picChg chg="add mod">
          <ac:chgData name="김 태환" userId="37bdad49bf29bd97" providerId="LiveId" clId="{D3DF9AA7-87D4-4521-97A8-27884D41F730}" dt="2020-08-30T03:02:21.759" v="4101" actId="14100"/>
          <ac:picMkLst>
            <pc:docMk/>
            <pc:sldMk cId="1700282066" sldId="743"/>
            <ac:picMk id="2" creationId="{9D113E36-F907-46CE-BA1F-F5A1625F69C2}"/>
          </ac:picMkLst>
        </pc:picChg>
        <pc:cxnChg chg="add del mod">
          <ac:chgData name="김 태환" userId="37bdad49bf29bd97" providerId="LiveId" clId="{D3DF9AA7-87D4-4521-97A8-27884D41F730}" dt="2020-08-30T02:58:50.802" v="3962"/>
          <ac:cxnSpMkLst>
            <pc:docMk/>
            <pc:sldMk cId="1700282066" sldId="743"/>
            <ac:cxnSpMk id="28" creationId="{450569F9-2C2D-4963-AE7A-3F69B09F5FC7}"/>
          </ac:cxnSpMkLst>
        </pc:cxnChg>
        <pc:cxnChg chg="add mod">
          <ac:chgData name="김 태환" userId="37bdad49bf29bd97" providerId="LiveId" clId="{D3DF9AA7-87D4-4521-97A8-27884D41F730}" dt="2020-08-30T15:10:20.726" v="8641" actId="208"/>
          <ac:cxnSpMkLst>
            <pc:docMk/>
            <pc:sldMk cId="1700282066" sldId="743"/>
            <ac:cxnSpMk id="31" creationId="{83960B00-23A0-4F6F-8E3D-50CC7216CF39}"/>
          </ac:cxnSpMkLst>
        </pc:cxnChg>
      </pc:sldChg>
      <pc:sldChg chg="del">
        <pc:chgData name="김 태환" userId="37bdad49bf29bd97" providerId="LiveId" clId="{D3DF9AA7-87D4-4521-97A8-27884D41F730}" dt="2020-08-30T00:13:07.379" v="64" actId="47"/>
        <pc:sldMkLst>
          <pc:docMk/>
          <pc:sldMk cId="2197047288" sldId="743"/>
        </pc:sldMkLst>
      </pc:sldChg>
      <pc:sldChg chg="add del">
        <pc:chgData name="김 태환" userId="37bdad49bf29bd97" providerId="LiveId" clId="{D3DF9AA7-87D4-4521-97A8-27884D41F730}" dt="2020-08-30T01:43:56.654" v="2307" actId="47"/>
        <pc:sldMkLst>
          <pc:docMk/>
          <pc:sldMk cId="4221095442" sldId="743"/>
        </pc:sldMkLst>
      </pc:sldChg>
      <pc:sldChg chg="add del">
        <pc:chgData name="김 태환" userId="37bdad49bf29bd97" providerId="LiveId" clId="{D3DF9AA7-87D4-4521-97A8-27884D41F730}" dt="2020-08-30T01:43:57.174" v="2308" actId="47"/>
        <pc:sldMkLst>
          <pc:docMk/>
          <pc:sldMk cId="1779055933" sldId="744"/>
        </pc:sldMkLst>
      </pc:sldChg>
      <pc:sldChg chg="modSp add del">
        <pc:chgData name="김 태환" userId="37bdad49bf29bd97" providerId="LiveId" clId="{D3DF9AA7-87D4-4521-97A8-27884D41F730}" dt="2020-08-30T01:40:55.422" v="2205" actId="47"/>
        <pc:sldMkLst>
          <pc:docMk/>
          <pc:sldMk cId="2793501944" sldId="744"/>
        </pc:sldMkLst>
        <pc:spChg chg="mod">
          <ac:chgData name="김 태환" userId="37bdad49bf29bd97" providerId="LiveId" clId="{D3DF9AA7-87D4-4521-97A8-27884D41F730}" dt="2020-08-30T01:35:33.354" v="2185" actId="207"/>
          <ac:spMkLst>
            <pc:docMk/>
            <pc:sldMk cId="2793501944" sldId="744"/>
            <ac:spMk id="46" creationId="{C39C010B-4A19-4F99-8DBB-8D5A3583F3B3}"/>
          </ac:spMkLst>
        </pc:spChg>
        <pc:spChg chg="mod">
          <ac:chgData name="김 태환" userId="37bdad49bf29bd97" providerId="LiveId" clId="{D3DF9AA7-87D4-4521-97A8-27884D41F730}" dt="2020-08-30T01:35:29.108" v="2184" actId="207"/>
          <ac:spMkLst>
            <pc:docMk/>
            <pc:sldMk cId="2793501944" sldId="744"/>
            <ac:spMk id="52" creationId="{4E6B0D9A-C843-4A60-8173-9F10B5C5DD48}"/>
          </ac:spMkLst>
        </pc:spChg>
      </pc:sldChg>
      <pc:sldChg chg="del">
        <pc:chgData name="김 태환" userId="37bdad49bf29bd97" providerId="LiveId" clId="{D3DF9AA7-87D4-4521-97A8-27884D41F730}" dt="2020-08-30T00:13:08.269" v="65" actId="47"/>
        <pc:sldMkLst>
          <pc:docMk/>
          <pc:sldMk cId="2863754579" sldId="744"/>
        </pc:sldMkLst>
      </pc:sldChg>
      <pc:sldChg chg="addSp delSp modSp add mod">
        <pc:chgData name="김 태환" userId="37bdad49bf29bd97" providerId="LiveId" clId="{D3DF9AA7-87D4-4521-97A8-27884D41F730}" dt="2020-08-30T15:10:14.228" v="8640" actId="1582"/>
        <pc:sldMkLst>
          <pc:docMk/>
          <pc:sldMk cId="3434970281" sldId="744"/>
        </pc:sldMkLst>
        <pc:spChg chg="mod">
          <ac:chgData name="김 태환" userId="37bdad49bf29bd97" providerId="LiveId" clId="{D3DF9AA7-87D4-4521-97A8-27884D41F730}" dt="2020-08-30T03:02:51.585" v="4165" actId="20577"/>
          <ac:spMkLst>
            <pc:docMk/>
            <pc:sldMk cId="3434970281" sldId="744"/>
            <ac:spMk id="7" creationId="{00000000-0000-0000-0000-000000000000}"/>
          </ac:spMkLst>
        </pc:spChg>
        <pc:spChg chg="mod">
          <ac:chgData name="김 태환" userId="37bdad49bf29bd97" providerId="LiveId" clId="{D3DF9AA7-87D4-4521-97A8-27884D41F730}" dt="2020-08-30T01:46:54.553" v="2330" actId="207"/>
          <ac:spMkLst>
            <pc:docMk/>
            <pc:sldMk cId="3434970281" sldId="744"/>
            <ac:spMk id="11" creationId="{16B56C05-5804-4476-950F-B0A23DEB2F11}"/>
          </ac:spMkLst>
        </pc:spChg>
        <pc:spChg chg="add mod">
          <ac:chgData name="김 태환" userId="37bdad49bf29bd97" providerId="LiveId" clId="{D3DF9AA7-87D4-4521-97A8-27884D41F730}" dt="2020-08-30T15:10:14.228" v="8640" actId="1582"/>
          <ac:spMkLst>
            <pc:docMk/>
            <pc:sldMk cId="3434970281" sldId="744"/>
            <ac:spMk id="28" creationId="{51B7FE13-5C8C-4F1E-B33E-EBE0570CBAE7}"/>
          </ac:spMkLst>
        </pc:spChg>
        <pc:spChg chg="add mod">
          <ac:chgData name="김 태환" userId="37bdad49bf29bd97" providerId="LiveId" clId="{D3DF9AA7-87D4-4521-97A8-27884D41F730}" dt="2020-08-30T03:02:40.904" v="4157" actId="20577"/>
          <ac:spMkLst>
            <pc:docMk/>
            <pc:sldMk cId="3434970281" sldId="744"/>
            <ac:spMk id="29" creationId="{208D31E5-A928-4A0B-B66F-71DDB612288A}"/>
          </ac:spMkLst>
        </pc:spChg>
        <pc:spChg chg="mod">
          <ac:chgData name="김 태환" userId="37bdad49bf29bd97" providerId="LiveId" clId="{D3DF9AA7-87D4-4521-97A8-27884D41F730}" dt="2020-08-30T01:47:00.689" v="2331" actId="207"/>
          <ac:spMkLst>
            <pc:docMk/>
            <pc:sldMk cId="3434970281" sldId="744"/>
            <ac:spMk id="52" creationId="{4E6B0D9A-C843-4A60-8173-9F10B5C5DD48}"/>
          </ac:spMkLst>
        </pc:spChg>
        <pc:grpChg chg="mod">
          <ac:chgData name="김 태환" userId="37bdad49bf29bd97" providerId="LiveId" clId="{D3DF9AA7-87D4-4521-97A8-27884D41F730}" dt="2020-08-30T01:46:50.102" v="2329" actId="1076"/>
          <ac:grpSpMkLst>
            <pc:docMk/>
            <pc:sldMk cId="3434970281" sldId="744"/>
            <ac:grpSpMk id="19" creationId="{D169B889-95EF-457C-A606-D721C08B69FF}"/>
          </ac:grpSpMkLst>
        </pc:grpChg>
        <pc:picChg chg="add del">
          <ac:chgData name="김 태환" userId="37bdad49bf29bd97" providerId="LiveId" clId="{D3DF9AA7-87D4-4521-97A8-27884D41F730}" dt="2020-08-30T02:59:22.201" v="4094" actId="22"/>
          <ac:picMkLst>
            <pc:docMk/>
            <pc:sldMk cId="3434970281" sldId="744"/>
            <ac:picMk id="2" creationId="{83DCBFDD-51B4-441A-AB74-779E7DCD8F5B}"/>
          </ac:picMkLst>
        </pc:picChg>
        <pc:picChg chg="add mod">
          <ac:chgData name="김 태환" userId="37bdad49bf29bd97" providerId="LiveId" clId="{D3DF9AA7-87D4-4521-97A8-27884D41F730}" dt="2020-08-30T03:00:09.955" v="4098" actId="14100"/>
          <ac:picMkLst>
            <pc:docMk/>
            <pc:sldMk cId="3434970281" sldId="744"/>
            <ac:picMk id="5" creationId="{91066FCF-DBBE-4238-834A-B2A292E6CE91}"/>
          </ac:picMkLst>
        </pc:picChg>
        <pc:cxnChg chg="add mod">
          <ac:chgData name="김 태환" userId="37bdad49bf29bd97" providerId="LiveId" clId="{D3DF9AA7-87D4-4521-97A8-27884D41F730}" dt="2020-08-30T15:10:07.805" v="8638" actId="1582"/>
          <ac:cxnSpMkLst>
            <pc:docMk/>
            <pc:sldMk cId="3434970281" sldId="744"/>
            <ac:cxnSpMk id="30" creationId="{58976BCE-A40A-4E06-8912-8EF5873EA284}"/>
          </ac:cxnSpMkLst>
        </pc:cxnChg>
        <pc:cxnChg chg="mod">
          <ac:chgData name="김 태환" userId="37bdad49bf29bd97" providerId="LiveId" clId="{D3DF9AA7-87D4-4521-97A8-27884D41F730}" dt="2020-08-30T01:46:50.102" v="2329" actId="1076"/>
          <ac:cxnSpMkLst>
            <pc:docMk/>
            <pc:sldMk cId="3434970281" sldId="744"/>
            <ac:cxnSpMk id="57" creationId="{D2EB6FBB-9057-4286-A2C2-7D56A3990733}"/>
          </ac:cxnSpMkLst>
        </pc:cxnChg>
      </pc:sldChg>
      <pc:sldChg chg="modSp add mod">
        <pc:chgData name="김 태환" userId="37bdad49bf29bd97" providerId="LiveId" clId="{D3DF9AA7-87D4-4521-97A8-27884D41F730}" dt="2020-08-30T03:06:07.480" v="4307"/>
        <pc:sldMkLst>
          <pc:docMk/>
          <pc:sldMk cId="577676673" sldId="745"/>
        </pc:sldMkLst>
        <pc:spChg chg="mod">
          <ac:chgData name="김 태환" userId="37bdad49bf29bd97" providerId="LiveId" clId="{D3DF9AA7-87D4-4521-97A8-27884D41F730}" dt="2020-08-30T03:06:07.480" v="4307"/>
          <ac:spMkLst>
            <pc:docMk/>
            <pc:sldMk cId="577676673" sldId="745"/>
            <ac:spMk id="2" creationId="{00000000-0000-0000-0000-000000000000}"/>
          </ac:spMkLst>
        </pc:spChg>
        <pc:spChg chg="mod">
          <ac:chgData name="김 태환" userId="37bdad49bf29bd97" providerId="LiveId" clId="{D3DF9AA7-87D4-4521-97A8-27884D41F730}" dt="2020-08-30T03:05:58.934" v="4267"/>
          <ac:spMkLst>
            <pc:docMk/>
            <pc:sldMk cId="577676673" sldId="745"/>
            <ac:spMk id="6" creationId="{00000000-0000-0000-0000-000000000000}"/>
          </ac:spMkLst>
        </pc:spChg>
      </pc:sldChg>
      <pc:sldChg chg="modSp add del">
        <pc:chgData name="김 태환" userId="37bdad49bf29bd97" providerId="LiveId" clId="{D3DF9AA7-87D4-4521-97A8-27884D41F730}" dt="2020-08-30T01:40:54.942" v="2204" actId="47"/>
        <pc:sldMkLst>
          <pc:docMk/>
          <pc:sldMk cId="3929509443" sldId="745"/>
        </pc:sldMkLst>
        <pc:spChg chg="mod">
          <ac:chgData name="김 태환" userId="37bdad49bf29bd97" providerId="LiveId" clId="{D3DF9AA7-87D4-4521-97A8-27884D41F730}" dt="2020-08-30T01:35:39.449" v="2186" actId="207"/>
          <ac:spMkLst>
            <pc:docMk/>
            <pc:sldMk cId="3929509443" sldId="745"/>
            <ac:spMk id="46" creationId="{C39C010B-4A19-4F99-8DBB-8D5A3583F3B3}"/>
          </ac:spMkLst>
        </pc:spChg>
        <pc:spChg chg="mod">
          <ac:chgData name="김 태환" userId="37bdad49bf29bd97" providerId="LiveId" clId="{D3DF9AA7-87D4-4521-97A8-27884D41F730}" dt="2020-08-30T01:35:47.132" v="2187" actId="207"/>
          <ac:spMkLst>
            <pc:docMk/>
            <pc:sldMk cId="3929509443" sldId="745"/>
            <ac:spMk id="55" creationId="{5931375F-FFE5-45CC-AB64-4B6772AE4A64}"/>
          </ac:spMkLst>
        </pc:spChg>
      </pc:sldChg>
      <pc:sldChg chg="delSp modSp add mod">
        <pc:chgData name="김 태환" userId="37bdad49bf29bd97" providerId="LiveId" clId="{D3DF9AA7-87D4-4521-97A8-27884D41F730}" dt="2020-08-30T03:26:18.497" v="5310" actId="207"/>
        <pc:sldMkLst>
          <pc:docMk/>
          <pc:sldMk cId="674339155" sldId="746"/>
        </pc:sldMkLst>
        <pc:spChg chg="mod">
          <ac:chgData name="김 태환" userId="37bdad49bf29bd97" providerId="LiveId" clId="{D3DF9AA7-87D4-4521-97A8-27884D41F730}" dt="2020-08-30T03:26:18.497" v="5310" actId="207"/>
          <ac:spMkLst>
            <pc:docMk/>
            <pc:sldMk cId="674339155" sldId="746"/>
            <ac:spMk id="6" creationId="{F535D7F5-7CF3-449E-88B5-46ECC14C9FEF}"/>
          </ac:spMkLst>
        </pc:spChg>
        <pc:spChg chg="mod">
          <ac:chgData name="김 태환" userId="37bdad49bf29bd97" providerId="LiveId" clId="{D3DF9AA7-87D4-4521-97A8-27884D41F730}" dt="2020-08-30T03:08:34.423" v="4340"/>
          <ac:spMkLst>
            <pc:docMk/>
            <pc:sldMk cId="674339155" sldId="746"/>
            <ac:spMk id="7" creationId="{00000000-0000-0000-0000-000000000000}"/>
          </ac:spMkLst>
        </pc:spChg>
        <pc:picChg chg="del">
          <ac:chgData name="김 태환" userId="37bdad49bf29bd97" providerId="LiveId" clId="{D3DF9AA7-87D4-4521-97A8-27884D41F730}" dt="2020-08-30T03:08:23.887" v="4311" actId="478"/>
          <ac:picMkLst>
            <pc:docMk/>
            <pc:sldMk cId="674339155" sldId="746"/>
            <ac:picMk id="5" creationId="{3B0C0986-6A8E-477A-AEA1-D43CE081BD59}"/>
          </ac:picMkLst>
        </pc:picChg>
      </pc:sldChg>
      <pc:sldChg chg="add del">
        <pc:chgData name="김 태환" userId="37bdad49bf29bd97" providerId="LiveId" clId="{D3DF9AA7-87D4-4521-97A8-27884D41F730}" dt="2020-08-30T03:08:16.878" v="4309" actId="47"/>
        <pc:sldMkLst>
          <pc:docMk/>
          <pc:sldMk cId="3959597291" sldId="746"/>
        </pc:sldMkLst>
      </pc:sldChg>
      <pc:sldChg chg="add del">
        <pc:chgData name="김 태환" userId="37bdad49bf29bd97" providerId="LiveId" clId="{D3DF9AA7-87D4-4521-97A8-27884D41F730}" dt="2020-08-30T01:40:39.624" v="2203"/>
        <pc:sldMkLst>
          <pc:docMk/>
          <pc:sldMk cId="4215646327" sldId="746"/>
        </pc:sldMkLst>
      </pc:sldChg>
      <pc:sldChg chg="modSp add">
        <pc:chgData name="김 태환" userId="37bdad49bf29bd97" providerId="LiveId" clId="{D3DF9AA7-87D4-4521-97A8-27884D41F730}" dt="2020-08-30T03:26:34.438" v="5316" actId="207"/>
        <pc:sldMkLst>
          <pc:docMk/>
          <pc:sldMk cId="1423688988" sldId="747"/>
        </pc:sldMkLst>
        <pc:spChg chg="mod">
          <ac:chgData name="김 태환" userId="37bdad49bf29bd97" providerId="LiveId" clId="{D3DF9AA7-87D4-4521-97A8-27884D41F730}" dt="2020-08-30T03:26:34.438" v="5316" actId="207"/>
          <ac:spMkLst>
            <pc:docMk/>
            <pc:sldMk cId="1423688988" sldId="747"/>
            <ac:spMk id="6" creationId="{F535D7F5-7CF3-449E-88B5-46ECC14C9FEF}"/>
          </ac:spMkLst>
        </pc:spChg>
      </pc:sldChg>
      <pc:sldChg chg="modSp add">
        <pc:chgData name="김 태환" userId="37bdad49bf29bd97" providerId="LiveId" clId="{D3DF9AA7-87D4-4521-97A8-27884D41F730}" dt="2020-08-30T03:26:42.487" v="5318" actId="207"/>
        <pc:sldMkLst>
          <pc:docMk/>
          <pc:sldMk cId="397942926" sldId="748"/>
        </pc:sldMkLst>
        <pc:spChg chg="mod">
          <ac:chgData name="김 태환" userId="37bdad49bf29bd97" providerId="LiveId" clId="{D3DF9AA7-87D4-4521-97A8-27884D41F730}" dt="2020-08-30T03:26:42.487" v="5318" actId="207"/>
          <ac:spMkLst>
            <pc:docMk/>
            <pc:sldMk cId="397942926" sldId="748"/>
            <ac:spMk id="6" creationId="{F535D7F5-7CF3-449E-88B5-46ECC14C9FEF}"/>
          </ac:spMkLst>
        </pc:spChg>
      </pc:sldChg>
      <pc:sldChg chg="modSp add">
        <pc:chgData name="김 태환" userId="37bdad49bf29bd97" providerId="LiveId" clId="{D3DF9AA7-87D4-4521-97A8-27884D41F730}" dt="2020-08-30T03:26:54.140" v="5320" actId="207"/>
        <pc:sldMkLst>
          <pc:docMk/>
          <pc:sldMk cId="154240281" sldId="749"/>
        </pc:sldMkLst>
        <pc:spChg chg="mod">
          <ac:chgData name="김 태환" userId="37bdad49bf29bd97" providerId="LiveId" clId="{D3DF9AA7-87D4-4521-97A8-27884D41F730}" dt="2020-08-30T03:26:54.140" v="5320" actId="207"/>
          <ac:spMkLst>
            <pc:docMk/>
            <pc:sldMk cId="154240281" sldId="749"/>
            <ac:spMk id="6" creationId="{F535D7F5-7CF3-449E-88B5-46ECC14C9FEF}"/>
          </ac:spMkLst>
        </pc:spChg>
      </pc:sldChg>
      <pc:sldChg chg="modSp add mod">
        <pc:chgData name="김 태환" userId="37bdad49bf29bd97" providerId="LiveId" clId="{D3DF9AA7-87D4-4521-97A8-27884D41F730}" dt="2020-08-30T13:34:37.882" v="7885" actId="1076"/>
        <pc:sldMkLst>
          <pc:docMk/>
          <pc:sldMk cId="2952104005" sldId="750"/>
        </pc:sldMkLst>
        <pc:spChg chg="mod">
          <ac:chgData name="김 태환" userId="37bdad49bf29bd97" providerId="LiveId" clId="{D3DF9AA7-87D4-4521-97A8-27884D41F730}" dt="2020-08-30T13:34:37.882" v="7885" actId="1076"/>
          <ac:spMkLst>
            <pc:docMk/>
            <pc:sldMk cId="2952104005" sldId="750"/>
            <ac:spMk id="6" creationId="{F535D7F5-7CF3-449E-88B5-46ECC14C9FEF}"/>
          </ac:spMkLst>
        </pc:spChg>
      </pc:sldChg>
      <pc:sldChg chg="addSp delSp modSp add mod">
        <pc:chgData name="김 태환" userId="37bdad49bf29bd97" providerId="LiveId" clId="{D3DF9AA7-87D4-4521-97A8-27884D41F730}" dt="2020-08-30T15:09:58.410" v="8636" actId="1582"/>
        <pc:sldMkLst>
          <pc:docMk/>
          <pc:sldMk cId="3639266374" sldId="751"/>
        </pc:sldMkLst>
        <pc:spChg chg="add mod">
          <ac:chgData name="김 태환" userId="37bdad49bf29bd97" providerId="LiveId" clId="{D3DF9AA7-87D4-4521-97A8-27884D41F730}" dt="2020-08-30T15:09:15.316" v="8624" actId="208"/>
          <ac:spMkLst>
            <pc:docMk/>
            <pc:sldMk cId="3639266374" sldId="751"/>
            <ac:spMk id="5" creationId="{0F213DAC-0B7C-4F4C-B625-566CEA4FB17B}"/>
          </ac:spMkLst>
        </pc:spChg>
        <pc:spChg chg="del">
          <ac:chgData name="김 태환" userId="37bdad49bf29bd97" providerId="LiveId" clId="{D3DF9AA7-87D4-4521-97A8-27884D41F730}" dt="2020-08-30T03:27:54.614" v="5324" actId="478"/>
          <ac:spMkLst>
            <pc:docMk/>
            <pc:sldMk cId="3639266374" sldId="751"/>
            <ac:spMk id="6" creationId="{F535D7F5-7CF3-449E-88B5-46ECC14C9FEF}"/>
          </ac:spMkLst>
        </pc:spChg>
        <pc:spChg chg="mod">
          <ac:chgData name="김 태환" userId="37bdad49bf29bd97" providerId="LiveId" clId="{D3DF9AA7-87D4-4521-97A8-27884D41F730}" dt="2020-08-30T08:35:59.351" v="6773" actId="20577"/>
          <ac:spMkLst>
            <pc:docMk/>
            <pc:sldMk cId="3639266374" sldId="751"/>
            <ac:spMk id="7" creationId="{00000000-0000-0000-0000-000000000000}"/>
          </ac:spMkLst>
        </pc:spChg>
        <pc:spChg chg="add mod">
          <ac:chgData name="김 태환" userId="37bdad49bf29bd97" providerId="LiveId" clId="{D3DF9AA7-87D4-4521-97A8-27884D41F730}" dt="2020-08-30T03:32:38.648" v="5410" actId="1076"/>
          <ac:spMkLst>
            <pc:docMk/>
            <pc:sldMk cId="3639266374" sldId="751"/>
            <ac:spMk id="14" creationId="{DB044FA5-D0A0-4727-8DB7-32B4A6298753}"/>
          </ac:spMkLst>
        </pc:spChg>
        <pc:spChg chg="add mod">
          <ac:chgData name="김 태환" userId="37bdad49bf29bd97" providerId="LiveId" clId="{D3DF9AA7-87D4-4521-97A8-27884D41F730}" dt="2020-08-30T15:09:35.144" v="8629" actId="1582"/>
          <ac:spMkLst>
            <pc:docMk/>
            <pc:sldMk cId="3639266374" sldId="751"/>
            <ac:spMk id="30" creationId="{D2538D0E-7AA5-4CE4-9AB9-4C2E32ADD179}"/>
          </ac:spMkLst>
        </pc:spChg>
        <pc:spChg chg="add mod">
          <ac:chgData name="김 태환" userId="37bdad49bf29bd97" providerId="LiveId" clId="{D3DF9AA7-87D4-4521-97A8-27884D41F730}" dt="2020-08-30T15:09:24.333" v="8627" actId="1582"/>
          <ac:spMkLst>
            <pc:docMk/>
            <pc:sldMk cId="3639266374" sldId="751"/>
            <ac:spMk id="32" creationId="{809DE666-2F6A-49D1-A10E-8D5776F985B6}"/>
          </ac:spMkLst>
        </pc:spChg>
        <pc:spChg chg="add mod">
          <ac:chgData name="김 태환" userId="37bdad49bf29bd97" providerId="LiveId" clId="{D3DF9AA7-87D4-4521-97A8-27884D41F730}" dt="2020-08-30T15:09:58.410" v="8636" actId="1582"/>
          <ac:spMkLst>
            <pc:docMk/>
            <pc:sldMk cId="3639266374" sldId="751"/>
            <ac:spMk id="34" creationId="{ADFA82A5-A423-4DB3-B48A-964DD62CA2F8}"/>
          </ac:spMkLst>
        </pc:spChg>
        <pc:spChg chg="add mod">
          <ac:chgData name="김 태환" userId="37bdad49bf29bd97" providerId="LiveId" clId="{D3DF9AA7-87D4-4521-97A8-27884D41F730}" dt="2020-08-30T03:33:09.400" v="5424" actId="571"/>
          <ac:spMkLst>
            <pc:docMk/>
            <pc:sldMk cId="3639266374" sldId="751"/>
            <ac:spMk id="36" creationId="{388E61D8-6A43-4E56-A640-4ACEBE5330ED}"/>
          </ac:spMkLst>
        </pc:spChg>
        <pc:spChg chg="add mod">
          <ac:chgData name="김 태환" userId="37bdad49bf29bd97" providerId="LiveId" clId="{D3DF9AA7-87D4-4521-97A8-27884D41F730}" dt="2020-08-30T15:09:50.600" v="8633" actId="1582"/>
          <ac:spMkLst>
            <pc:docMk/>
            <pc:sldMk cId="3639266374" sldId="751"/>
            <ac:spMk id="37" creationId="{6342549A-D36B-4C2F-B521-558DE7F5D952}"/>
          </ac:spMkLst>
        </pc:spChg>
        <pc:spChg chg="add mod">
          <ac:chgData name="김 태환" userId="37bdad49bf29bd97" providerId="LiveId" clId="{D3DF9AA7-87D4-4521-97A8-27884D41F730}" dt="2020-08-30T03:36:18.654" v="5591" actId="14100"/>
          <ac:spMkLst>
            <pc:docMk/>
            <pc:sldMk cId="3639266374" sldId="751"/>
            <ac:spMk id="39" creationId="{D36D18BA-A326-4D4A-8F34-D6F8EBB68CF5}"/>
          </ac:spMkLst>
        </pc:spChg>
        <pc:spChg chg="add mod">
          <ac:chgData name="김 태환" userId="37bdad49bf29bd97" providerId="LiveId" clId="{D3DF9AA7-87D4-4521-97A8-27884D41F730}" dt="2020-08-30T03:36:22.584" v="5592" actId="14100"/>
          <ac:spMkLst>
            <pc:docMk/>
            <pc:sldMk cId="3639266374" sldId="751"/>
            <ac:spMk id="48" creationId="{B46C86D8-4134-47E1-814D-7F10D51042CB}"/>
          </ac:spMkLst>
        </pc:spChg>
        <pc:picChg chg="add mod">
          <ac:chgData name="김 태환" userId="37bdad49bf29bd97" providerId="LiveId" clId="{D3DF9AA7-87D4-4521-97A8-27884D41F730}" dt="2020-08-30T03:32:47.487" v="5413" actId="1076"/>
          <ac:picMkLst>
            <pc:docMk/>
            <pc:sldMk cId="3639266374" sldId="751"/>
            <ac:picMk id="2" creationId="{2E185164-EEBF-417B-8BC6-AB84C19F51EA}"/>
          </ac:picMkLst>
        </pc:picChg>
        <pc:picChg chg="add mod">
          <ac:chgData name="김 태환" userId="37bdad49bf29bd97" providerId="LiveId" clId="{D3DF9AA7-87D4-4521-97A8-27884D41F730}" dt="2020-08-30T03:32:15.514" v="5403" actId="14100"/>
          <ac:picMkLst>
            <pc:docMk/>
            <pc:sldMk cId="3639266374" sldId="751"/>
            <ac:picMk id="22" creationId="{29A31F9A-0BDD-47B3-9FA5-D57545B59287}"/>
          </ac:picMkLst>
        </pc:picChg>
        <pc:picChg chg="add mod">
          <ac:chgData name="김 태환" userId="37bdad49bf29bd97" providerId="LiveId" clId="{D3DF9AA7-87D4-4521-97A8-27884D41F730}" dt="2020-08-30T03:33:09.400" v="5424" actId="571"/>
          <ac:picMkLst>
            <pc:docMk/>
            <pc:sldMk cId="3639266374" sldId="751"/>
            <ac:picMk id="35" creationId="{7A2AB1CD-EE60-4066-AD69-236CA2AB10BF}"/>
          </ac:picMkLst>
        </pc:picChg>
        <pc:cxnChg chg="add mod">
          <ac:chgData name="김 태환" userId="37bdad49bf29bd97" providerId="LiveId" clId="{D3DF9AA7-87D4-4521-97A8-27884D41F730}" dt="2020-08-30T15:09:11.645" v="8623" actId="208"/>
          <ac:cxnSpMkLst>
            <pc:docMk/>
            <pc:sldMk cId="3639266374" sldId="751"/>
            <ac:cxnSpMk id="10" creationId="{2FA467C8-8FF5-490E-9687-D4259FA1DEB7}"/>
          </ac:cxnSpMkLst>
        </pc:cxnChg>
        <pc:cxnChg chg="add mod">
          <ac:chgData name="김 태환" userId="37bdad49bf29bd97" providerId="LiveId" clId="{D3DF9AA7-87D4-4521-97A8-27884D41F730}" dt="2020-08-30T15:09:17.961" v="8625" actId="208"/>
          <ac:cxnSpMkLst>
            <pc:docMk/>
            <pc:sldMk cId="3639266374" sldId="751"/>
            <ac:cxnSpMk id="40" creationId="{1FB042E6-1A44-4D0F-9503-B999C07C675F}"/>
          </ac:cxnSpMkLst>
        </pc:cxnChg>
        <pc:cxnChg chg="add mod">
          <ac:chgData name="김 태환" userId="37bdad49bf29bd97" providerId="LiveId" clId="{D3DF9AA7-87D4-4521-97A8-27884D41F730}" dt="2020-08-30T15:09:07.871" v="8622" actId="208"/>
          <ac:cxnSpMkLst>
            <pc:docMk/>
            <pc:sldMk cId="3639266374" sldId="751"/>
            <ac:cxnSpMk id="43" creationId="{A84A7B9D-65D7-4E5D-8931-ED2354F4E4A0}"/>
          </ac:cxnSpMkLst>
        </pc:cxnChg>
        <pc:cxnChg chg="add mod">
          <ac:chgData name="김 태환" userId="37bdad49bf29bd97" providerId="LiveId" clId="{D3DF9AA7-87D4-4521-97A8-27884D41F730}" dt="2020-08-30T15:09:43.078" v="8631" actId="208"/>
          <ac:cxnSpMkLst>
            <pc:docMk/>
            <pc:sldMk cId="3639266374" sldId="751"/>
            <ac:cxnSpMk id="49" creationId="{D36C5E3D-A73A-4438-97B5-A0FFE8546E88}"/>
          </ac:cxnSpMkLst>
        </pc:cxnChg>
        <pc:cxnChg chg="add mod">
          <ac:chgData name="김 태환" userId="37bdad49bf29bd97" providerId="LiveId" clId="{D3DF9AA7-87D4-4521-97A8-27884D41F730}" dt="2020-08-30T15:09:39.721" v="8630" actId="208"/>
          <ac:cxnSpMkLst>
            <pc:docMk/>
            <pc:sldMk cId="3639266374" sldId="751"/>
            <ac:cxnSpMk id="53" creationId="{5E07B6B9-7892-4FF7-A37C-C3FAC0C04E57}"/>
          </ac:cxnSpMkLst>
        </pc:cxnChg>
      </pc:sldChg>
      <pc:sldChg chg="addSp delSp modSp add mod">
        <pc:chgData name="김 태환" userId="37bdad49bf29bd97" providerId="LiveId" clId="{D3DF9AA7-87D4-4521-97A8-27884D41F730}" dt="2020-08-30T15:08:32.232" v="8621" actId="1582"/>
        <pc:sldMkLst>
          <pc:docMk/>
          <pc:sldMk cId="964633640" sldId="752"/>
        </pc:sldMkLst>
        <pc:spChg chg="del">
          <ac:chgData name="김 태환" userId="37bdad49bf29bd97" providerId="LiveId" clId="{D3DF9AA7-87D4-4521-97A8-27884D41F730}" dt="2020-08-30T03:38:41.325" v="5620" actId="478"/>
          <ac:spMkLst>
            <pc:docMk/>
            <pc:sldMk cId="964633640" sldId="752"/>
            <ac:spMk id="5" creationId="{0F213DAC-0B7C-4F4C-B625-566CEA4FB17B}"/>
          </ac:spMkLst>
        </pc:spChg>
        <pc:spChg chg="mod">
          <ac:chgData name="김 태환" userId="37bdad49bf29bd97" providerId="LiveId" clId="{D3DF9AA7-87D4-4521-97A8-27884D41F730}" dt="2020-08-30T08:36:05.007" v="6776" actId="20577"/>
          <ac:spMkLst>
            <pc:docMk/>
            <pc:sldMk cId="964633640" sldId="752"/>
            <ac:spMk id="7" creationId="{00000000-0000-0000-0000-000000000000}"/>
          </ac:spMkLst>
        </pc:spChg>
        <pc:spChg chg="add mod">
          <ac:chgData name="김 태환" userId="37bdad49bf29bd97" providerId="LiveId" clId="{D3DF9AA7-87D4-4521-97A8-27884D41F730}" dt="2020-08-30T15:08:04.292" v="8616" actId="1582"/>
          <ac:spMkLst>
            <pc:docMk/>
            <pc:sldMk cId="964633640" sldId="752"/>
            <ac:spMk id="9" creationId="{62E6C33F-7A42-4C99-A7FC-8856D352FA6E}"/>
          </ac:spMkLst>
        </pc:spChg>
        <pc:spChg chg="add mod">
          <ac:chgData name="김 태환" userId="37bdad49bf29bd97" providerId="LiveId" clId="{D3DF9AA7-87D4-4521-97A8-27884D41F730}" dt="2020-08-30T15:08:12.806" v="8618" actId="208"/>
          <ac:spMkLst>
            <pc:docMk/>
            <pc:sldMk cId="964633640" sldId="752"/>
            <ac:spMk id="11" creationId="{6596A5F0-9A22-4634-9FFF-325592557A24}"/>
          </ac:spMkLst>
        </pc:spChg>
        <pc:spChg chg="add mod">
          <ac:chgData name="김 태환" userId="37bdad49bf29bd97" providerId="LiveId" clId="{D3DF9AA7-87D4-4521-97A8-27884D41F730}" dt="2020-08-30T03:40:03.662" v="5762" actId="20577"/>
          <ac:spMkLst>
            <pc:docMk/>
            <pc:sldMk cId="964633640" sldId="752"/>
            <ac:spMk id="12" creationId="{4995091E-03B8-4B44-939E-DC1633607078}"/>
          </ac:spMkLst>
        </pc:spChg>
        <pc:spChg chg="del">
          <ac:chgData name="김 태환" userId="37bdad49bf29bd97" providerId="LiveId" clId="{D3DF9AA7-87D4-4521-97A8-27884D41F730}" dt="2020-08-30T03:38:41.325" v="5620" actId="478"/>
          <ac:spMkLst>
            <pc:docMk/>
            <pc:sldMk cId="964633640" sldId="752"/>
            <ac:spMk id="14" creationId="{DB044FA5-D0A0-4727-8DB7-32B4A6298753}"/>
          </ac:spMkLst>
        </pc:spChg>
        <pc:spChg chg="add mod">
          <ac:chgData name="김 태환" userId="37bdad49bf29bd97" providerId="LiveId" clId="{D3DF9AA7-87D4-4521-97A8-27884D41F730}" dt="2020-08-30T15:08:32.232" v="8621" actId="1582"/>
          <ac:spMkLst>
            <pc:docMk/>
            <pc:sldMk cId="964633640" sldId="752"/>
            <ac:spMk id="20" creationId="{CB7191DE-AD71-4DF0-A687-83E622C5B613}"/>
          </ac:spMkLst>
        </pc:spChg>
        <pc:spChg chg="del">
          <ac:chgData name="김 태환" userId="37bdad49bf29bd97" providerId="LiveId" clId="{D3DF9AA7-87D4-4521-97A8-27884D41F730}" dt="2020-08-30T03:38:41.325" v="5620" actId="478"/>
          <ac:spMkLst>
            <pc:docMk/>
            <pc:sldMk cId="964633640" sldId="752"/>
            <ac:spMk id="30" creationId="{D2538D0E-7AA5-4CE4-9AB9-4C2E32ADD179}"/>
          </ac:spMkLst>
        </pc:spChg>
        <pc:spChg chg="del">
          <ac:chgData name="김 태환" userId="37bdad49bf29bd97" providerId="LiveId" clId="{D3DF9AA7-87D4-4521-97A8-27884D41F730}" dt="2020-08-30T03:38:41.325" v="5620" actId="478"/>
          <ac:spMkLst>
            <pc:docMk/>
            <pc:sldMk cId="964633640" sldId="752"/>
            <ac:spMk id="32" creationId="{809DE666-2F6A-49D1-A10E-8D5776F985B6}"/>
          </ac:spMkLst>
        </pc:spChg>
        <pc:spChg chg="del">
          <ac:chgData name="김 태환" userId="37bdad49bf29bd97" providerId="LiveId" clId="{D3DF9AA7-87D4-4521-97A8-27884D41F730}" dt="2020-08-30T03:38:41.325" v="5620" actId="478"/>
          <ac:spMkLst>
            <pc:docMk/>
            <pc:sldMk cId="964633640" sldId="752"/>
            <ac:spMk id="34" creationId="{ADFA82A5-A423-4DB3-B48A-964DD62CA2F8}"/>
          </ac:spMkLst>
        </pc:spChg>
        <pc:spChg chg="add mod">
          <ac:chgData name="김 태환" userId="37bdad49bf29bd97" providerId="LiveId" clId="{D3DF9AA7-87D4-4521-97A8-27884D41F730}" dt="2020-08-30T03:40:55.526" v="5853" actId="14100"/>
          <ac:spMkLst>
            <pc:docMk/>
            <pc:sldMk cId="964633640" sldId="752"/>
            <ac:spMk id="36" creationId="{F3E01FA4-8CFF-4AD0-8C0A-76FB614CD5CB}"/>
          </ac:spMkLst>
        </pc:spChg>
        <pc:spChg chg="del">
          <ac:chgData name="김 태환" userId="37bdad49bf29bd97" providerId="LiveId" clId="{D3DF9AA7-87D4-4521-97A8-27884D41F730}" dt="2020-08-30T03:38:41.325" v="5620" actId="478"/>
          <ac:spMkLst>
            <pc:docMk/>
            <pc:sldMk cId="964633640" sldId="752"/>
            <ac:spMk id="37" creationId="{6342549A-D36B-4C2F-B521-558DE7F5D952}"/>
          </ac:spMkLst>
        </pc:spChg>
        <pc:spChg chg="del">
          <ac:chgData name="김 태환" userId="37bdad49bf29bd97" providerId="LiveId" clId="{D3DF9AA7-87D4-4521-97A8-27884D41F730}" dt="2020-08-30T03:38:41.325" v="5620" actId="478"/>
          <ac:spMkLst>
            <pc:docMk/>
            <pc:sldMk cId="964633640" sldId="752"/>
            <ac:spMk id="39" creationId="{D36D18BA-A326-4D4A-8F34-D6F8EBB68CF5}"/>
          </ac:spMkLst>
        </pc:spChg>
        <pc:spChg chg="del">
          <ac:chgData name="김 태환" userId="37bdad49bf29bd97" providerId="LiveId" clId="{D3DF9AA7-87D4-4521-97A8-27884D41F730}" dt="2020-08-30T03:38:41.325" v="5620" actId="478"/>
          <ac:spMkLst>
            <pc:docMk/>
            <pc:sldMk cId="964633640" sldId="752"/>
            <ac:spMk id="48" creationId="{B46C86D8-4134-47E1-814D-7F10D51042CB}"/>
          </ac:spMkLst>
        </pc:spChg>
        <pc:picChg chg="del">
          <ac:chgData name="김 태환" userId="37bdad49bf29bd97" providerId="LiveId" clId="{D3DF9AA7-87D4-4521-97A8-27884D41F730}" dt="2020-08-30T03:38:41.325" v="5620" actId="478"/>
          <ac:picMkLst>
            <pc:docMk/>
            <pc:sldMk cId="964633640" sldId="752"/>
            <ac:picMk id="2" creationId="{2E185164-EEBF-417B-8BC6-AB84C19F51EA}"/>
          </ac:picMkLst>
        </pc:picChg>
        <pc:picChg chg="add mod">
          <ac:chgData name="김 태환" userId="37bdad49bf29bd97" providerId="LiveId" clId="{D3DF9AA7-87D4-4521-97A8-27884D41F730}" dt="2020-08-30T03:38:56.129" v="5623" actId="14100"/>
          <ac:picMkLst>
            <pc:docMk/>
            <pc:sldMk cId="964633640" sldId="752"/>
            <ac:picMk id="6" creationId="{B707E949-F672-45CD-9DD0-41EC5AE5B175}"/>
          </ac:picMkLst>
        </pc:picChg>
        <pc:picChg chg="del">
          <ac:chgData name="김 태환" userId="37bdad49bf29bd97" providerId="LiveId" clId="{D3DF9AA7-87D4-4521-97A8-27884D41F730}" dt="2020-08-30T03:38:41.325" v="5620" actId="478"/>
          <ac:picMkLst>
            <pc:docMk/>
            <pc:sldMk cId="964633640" sldId="752"/>
            <ac:picMk id="22" creationId="{29A31F9A-0BDD-47B3-9FA5-D57545B59287}"/>
          </ac:picMkLst>
        </pc:picChg>
        <pc:cxnChg chg="del mod">
          <ac:chgData name="김 태환" userId="37bdad49bf29bd97" providerId="LiveId" clId="{D3DF9AA7-87D4-4521-97A8-27884D41F730}" dt="2020-08-30T03:38:41.325" v="5620" actId="478"/>
          <ac:cxnSpMkLst>
            <pc:docMk/>
            <pc:sldMk cId="964633640" sldId="752"/>
            <ac:cxnSpMk id="10" creationId="{2FA467C8-8FF5-490E-9687-D4259FA1DEB7}"/>
          </ac:cxnSpMkLst>
        </pc:cxnChg>
        <pc:cxnChg chg="add mod">
          <ac:chgData name="김 태환" userId="37bdad49bf29bd97" providerId="LiveId" clId="{D3DF9AA7-87D4-4521-97A8-27884D41F730}" dt="2020-08-30T15:07:54.588" v="8613" actId="208"/>
          <ac:cxnSpMkLst>
            <pc:docMk/>
            <pc:sldMk cId="964633640" sldId="752"/>
            <ac:cxnSpMk id="28" creationId="{6AE8AC2D-977D-45DF-B174-2772099B2517}"/>
          </ac:cxnSpMkLst>
        </pc:cxnChg>
        <pc:cxnChg chg="add mod">
          <ac:chgData name="김 태환" userId="37bdad49bf29bd97" providerId="LiveId" clId="{D3DF9AA7-87D4-4521-97A8-27884D41F730}" dt="2020-08-30T15:07:57.730" v="8614" actId="208"/>
          <ac:cxnSpMkLst>
            <pc:docMk/>
            <pc:sldMk cId="964633640" sldId="752"/>
            <ac:cxnSpMk id="31" creationId="{0AE0CF41-C41B-4364-854E-CDD41D7BC42F}"/>
          </ac:cxnSpMkLst>
        </pc:cxnChg>
        <pc:cxnChg chg="del mod">
          <ac:chgData name="김 태환" userId="37bdad49bf29bd97" providerId="LiveId" clId="{D3DF9AA7-87D4-4521-97A8-27884D41F730}" dt="2020-08-30T03:38:41.325" v="5620" actId="478"/>
          <ac:cxnSpMkLst>
            <pc:docMk/>
            <pc:sldMk cId="964633640" sldId="752"/>
            <ac:cxnSpMk id="40" creationId="{1FB042E6-1A44-4D0F-9503-B999C07C675F}"/>
          </ac:cxnSpMkLst>
        </pc:cxnChg>
        <pc:cxnChg chg="add mod">
          <ac:chgData name="김 태환" userId="37bdad49bf29bd97" providerId="LiveId" clId="{D3DF9AA7-87D4-4521-97A8-27884D41F730}" dt="2020-08-30T15:08:18.840" v="8619" actId="208"/>
          <ac:cxnSpMkLst>
            <pc:docMk/>
            <pc:sldMk cId="964633640" sldId="752"/>
            <ac:cxnSpMk id="41" creationId="{FDB12FA4-BA0D-4209-A09A-5FFA6B750968}"/>
          </ac:cxnSpMkLst>
        </pc:cxnChg>
        <pc:cxnChg chg="del mod">
          <ac:chgData name="김 태환" userId="37bdad49bf29bd97" providerId="LiveId" clId="{D3DF9AA7-87D4-4521-97A8-27884D41F730}" dt="2020-08-30T03:38:41.325" v="5620" actId="478"/>
          <ac:cxnSpMkLst>
            <pc:docMk/>
            <pc:sldMk cId="964633640" sldId="752"/>
            <ac:cxnSpMk id="43" creationId="{A84A7B9D-65D7-4E5D-8931-ED2354F4E4A0}"/>
          </ac:cxnSpMkLst>
        </pc:cxnChg>
        <pc:cxnChg chg="del mod">
          <ac:chgData name="김 태환" userId="37bdad49bf29bd97" providerId="LiveId" clId="{D3DF9AA7-87D4-4521-97A8-27884D41F730}" dt="2020-08-30T03:38:41.325" v="5620" actId="478"/>
          <ac:cxnSpMkLst>
            <pc:docMk/>
            <pc:sldMk cId="964633640" sldId="752"/>
            <ac:cxnSpMk id="49" creationId="{D36C5E3D-A73A-4438-97B5-A0FFE8546E88}"/>
          </ac:cxnSpMkLst>
        </pc:cxnChg>
        <pc:cxnChg chg="del mod">
          <ac:chgData name="김 태환" userId="37bdad49bf29bd97" providerId="LiveId" clId="{D3DF9AA7-87D4-4521-97A8-27884D41F730}" dt="2020-08-30T03:38:41.325" v="5620" actId="478"/>
          <ac:cxnSpMkLst>
            <pc:docMk/>
            <pc:sldMk cId="964633640" sldId="752"/>
            <ac:cxnSpMk id="53" creationId="{5E07B6B9-7892-4FF7-A37C-C3FAC0C04E57}"/>
          </ac:cxnSpMkLst>
        </pc:cxnChg>
      </pc:sldChg>
      <pc:sldChg chg="add del">
        <pc:chgData name="김 태환" userId="37bdad49bf29bd97" providerId="LiveId" clId="{D3DF9AA7-87D4-4521-97A8-27884D41F730}" dt="2020-08-30T03:38:11.691" v="5605" actId="47"/>
        <pc:sldMkLst>
          <pc:docMk/>
          <pc:sldMk cId="1631270900" sldId="752"/>
        </pc:sldMkLst>
      </pc:sldChg>
      <pc:sldChg chg="addSp delSp modSp add mod">
        <pc:chgData name="김 태환" userId="37bdad49bf29bd97" providerId="LiveId" clId="{D3DF9AA7-87D4-4521-97A8-27884D41F730}" dt="2020-08-30T15:07:44.312" v="8612" actId="208"/>
        <pc:sldMkLst>
          <pc:docMk/>
          <pc:sldMk cId="770344900" sldId="753"/>
        </pc:sldMkLst>
        <pc:spChg chg="add mod">
          <ac:chgData name="김 태환" userId="37bdad49bf29bd97" providerId="LiveId" clId="{D3DF9AA7-87D4-4521-97A8-27884D41F730}" dt="2020-08-30T15:07:35.650" v="8610" actId="208"/>
          <ac:spMkLst>
            <pc:docMk/>
            <pc:sldMk cId="770344900" sldId="753"/>
            <ac:spMk id="5" creationId="{5055395D-BF74-4497-9CA6-75F5F988B6AB}"/>
          </ac:spMkLst>
        </pc:spChg>
        <pc:spChg chg="del">
          <ac:chgData name="김 태환" userId="37bdad49bf29bd97" providerId="LiveId" clId="{D3DF9AA7-87D4-4521-97A8-27884D41F730}" dt="2020-08-30T03:41:59.086" v="5857" actId="478"/>
          <ac:spMkLst>
            <pc:docMk/>
            <pc:sldMk cId="770344900" sldId="753"/>
            <ac:spMk id="6" creationId="{F535D7F5-7CF3-449E-88B5-46ECC14C9FEF}"/>
          </ac:spMkLst>
        </pc:spChg>
        <pc:spChg chg="mod">
          <ac:chgData name="김 태환" userId="37bdad49bf29bd97" providerId="LiveId" clId="{D3DF9AA7-87D4-4521-97A8-27884D41F730}" dt="2020-08-30T04:37:06.640" v="6511" actId="20577"/>
          <ac:spMkLst>
            <pc:docMk/>
            <pc:sldMk cId="770344900" sldId="753"/>
            <ac:spMk id="7" creationId="{00000000-0000-0000-0000-000000000000}"/>
          </ac:spMkLst>
        </pc:spChg>
        <pc:spChg chg="add del">
          <ac:chgData name="김 태환" userId="37bdad49bf29bd97" providerId="LiveId" clId="{D3DF9AA7-87D4-4521-97A8-27884D41F730}" dt="2020-08-30T03:45:02.151" v="5897" actId="22"/>
          <ac:spMkLst>
            <pc:docMk/>
            <pc:sldMk cId="770344900" sldId="753"/>
            <ac:spMk id="14" creationId="{482BFE59-C459-4056-B404-38056D721B87}"/>
          </ac:spMkLst>
        </pc:spChg>
        <pc:spChg chg="add mod">
          <ac:chgData name="김 태환" userId="37bdad49bf29bd97" providerId="LiveId" clId="{D3DF9AA7-87D4-4521-97A8-27884D41F730}" dt="2020-08-30T15:07:44.312" v="8612" actId="208"/>
          <ac:spMkLst>
            <pc:docMk/>
            <pc:sldMk cId="770344900" sldId="753"/>
            <ac:spMk id="16" creationId="{466C2E07-F48C-4C3D-BD23-FF5DF80EAE43}"/>
          </ac:spMkLst>
        </pc:spChg>
        <pc:spChg chg="add mod">
          <ac:chgData name="김 태환" userId="37bdad49bf29bd97" providerId="LiveId" clId="{D3DF9AA7-87D4-4521-97A8-27884D41F730}" dt="2020-08-30T03:46:40.749" v="5987" actId="20577"/>
          <ac:spMkLst>
            <pc:docMk/>
            <pc:sldMk cId="770344900" sldId="753"/>
            <ac:spMk id="24" creationId="{4ECF5382-09CF-4F73-87FD-78CF387A529C}"/>
          </ac:spMkLst>
        </pc:spChg>
        <pc:spChg chg="add mod">
          <ac:chgData name="김 태환" userId="37bdad49bf29bd97" providerId="LiveId" clId="{D3DF9AA7-87D4-4521-97A8-27884D41F730}" dt="2020-08-30T03:45:58.394" v="5920" actId="1076"/>
          <ac:spMkLst>
            <pc:docMk/>
            <pc:sldMk cId="770344900" sldId="753"/>
            <ac:spMk id="28" creationId="{AF97A177-1073-428D-A952-A7E78AC686F8}"/>
          </ac:spMkLst>
        </pc:spChg>
        <pc:grpChg chg="add mod">
          <ac:chgData name="김 태환" userId="37bdad49bf29bd97" providerId="LiveId" clId="{D3DF9AA7-87D4-4521-97A8-27884D41F730}" dt="2020-08-30T03:45:04.958" v="5900" actId="1076"/>
          <ac:grpSpMkLst>
            <pc:docMk/>
            <pc:sldMk cId="770344900" sldId="753"/>
            <ac:grpSpMk id="12" creationId="{BA1E677B-68FF-49F6-A365-8A2E4361871A}"/>
          </ac:grpSpMkLst>
        </pc:grpChg>
        <pc:picChg chg="add mod">
          <ac:chgData name="김 태환" userId="37bdad49bf29bd97" providerId="LiveId" clId="{D3DF9AA7-87D4-4521-97A8-27884D41F730}" dt="2020-08-30T03:44:52.902" v="5893" actId="164"/>
          <ac:picMkLst>
            <pc:docMk/>
            <pc:sldMk cId="770344900" sldId="753"/>
            <ac:picMk id="2" creationId="{64A58AA9-8FE3-43AB-A897-47542793F364}"/>
          </ac:picMkLst>
        </pc:picChg>
        <pc:picChg chg="add mod">
          <ac:chgData name="김 태환" userId="37bdad49bf29bd97" providerId="LiveId" clId="{D3DF9AA7-87D4-4521-97A8-27884D41F730}" dt="2020-08-30T03:44:46.845" v="5891" actId="1076"/>
          <ac:picMkLst>
            <pc:docMk/>
            <pc:sldMk cId="770344900" sldId="753"/>
            <ac:picMk id="11" creationId="{FB026E13-BDC1-4464-8D92-48BAB5272783}"/>
          </ac:picMkLst>
        </pc:picChg>
        <pc:cxnChg chg="add mod">
          <ac:chgData name="김 태환" userId="37bdad49bf29bd97" providerId="LiveId" clId="{D3DF9AA7-87D4-4521-97A8-27884D41F730}" dt="2020-08-30T15:07:40.171" v="8611" actId="208"/>
          <ac:cxnSpMkLst>
            <pc:docMk/>
            <pc:sldMk cId="770344900" sldId="753"/>
            <ac:cxnSpMk id="17" creationId="{B11BCD3E-26BE-40CD-B795-D951206E0CE0}"/>
          </ac:cxnSpMkLst>
        </pc:cxnChg>
        <pc:cxnChg chg="add mod">
          <ac:chgData name="김 태환" userId="37bdad49bf29bd97" providerId="LiveId" clId="{D3DF9AA7-87D4-4521-97A8-27884D41F730}" dt="2020-08-30T15:07:27.381" v="8609" actId="208"/>
          <ac:cxnSpMkLst>
            <pc:docMk/>
            <pc:sldMk cId="770344900" sldId="753"/>
            <ac:cxnSpMk id="20" creationId="{70985D06-FADA-4FE7-BDF3-673BD17ED3B2}"/>
          </ac:cxnSpMkLst>
        </pc:cxnChg>
      </pc:sldChg>
      <pc:sldChg chg="new del">
        <pc:chgData name="김 태환" userId="37bdad49bf29bd97" providerId="LiveId" clId="{D3DF9AA7-87D4-4521-97A8-27884D41F730}" dt="2020-08-30T03:41:55.432" v="5855" actId="680"/>
        <pc:sldMkLst>
          <pc:docMk/>
          <pc:sldMk cId="3689756049" sldId="753"/>
        </pc:sldMkLst>
      </pc:sldChg>
      <pc:sldChg chg="addSp delSp modSp add mod">
        <pc:chgData name="김 태환" userId="37bdad49bf29bd97" providerId="LiveId" clId="{D3DF9AA7-87D4-4521-97A8-27884D41F730}" dt="2020-08-30T17:17:06.033" v="15782" actId="478"/>
        <pc:sldMkLst>
          <pc:docMk/>
          <pc:sldMk cId="1408940016" sldId="754"/>
        </pc:sldMkLst>
        <pc:spChg chg="mod">
          <ac:chgData name="김 태환" userId="37bdad49bf29bd97" providerId="LiveId" clId="{D3DF9AA7-87D4-4521-97A8-27884D41F730}" dt="2020-08-30T04:37:01.472" v="6507" actId="20577"/>
          <ac:spMkLst>
            <pc:docMk/>
            <pc:sldMk cId="1408940016" sldId="754"/>
            <ac:spMk id="7" creationId="{00000000-0000-0000-0000-000000000000}"/>
          </ac:spMkLst>
        </pc:spChg>
        <pc:spChg chg="add mod">
          <ac:chgData name="김 태환" userId="37bdad49bf29bd97" providerId="LiveId" clId="{D3DF9AA7-87D4-4521-97A8-27884D41F730}" dt="2020-08-30T15:06:51.608" v="8606" actId="208"/>
          <ac:spMkLst>
            <pc:docMk/>
            <pc:sldMk cId="1408940016" sldId="754"/>
            <ac:spMk id="10" creationId="{EFF875B8-4115-4091-B4D3-E6FB323BE33C}"/>
          </ac:spMkLst>
        </pc:spChg>
        <pc:spChg chg="add mod">
          <ac:chgData name="김 태환" userId="37bdad49bf29bd97" providerId="LiveId" clId="{D3DF9AA7-87D4-4521-97A8-27884D41F730}" dt="2020-08-30T15:07:07.805" v="8607" actId="208"/>
          <ac:spMkLst>
            <pc:docMk/>
            <pc:sldMk cId="1408940016" sldId="754"/>
            <ac:spMk id="13" creationId="{368499D4-F8DF-4EE7-96E9-207E460AFE57}"/>
          </ac:spMkLst>
        </pc:spChg>
        <pc:spChg chg="add mod">
          <ac:chgData name="김 태환" userId="37bdad49bf29bd97" providerId="LiveId" clId="{D3DF9AA7-87D4-4521-97A8-27884D41F730}" dt="2020-08-30T04:29:04.019" v="6353" actId="20577"/>
          <ac:spMkLst>
            <pc:docMk/>
            <pc:sldMk cId="1408940016" sldId="754"/>
            <ac:spMk id="14" creationId="{93729A2C-1550-4A91-9036-E219D1703CC7}"/>
          </ac:spMkLst>
        </pc:spChg>
        <pc:spChg chg="add del">
          <ac:chgData name="김 태환" userId="37bdad49bf29bd97" providerId="LiveId" clId="{D3DF9AA7-87D4-4521-97A8-27884D41F730}" dt="2020-08-30T17:17:06.033" v="15782" actId="478"/>
          <ac:spMkLst>
            <pc:docMk/>
            <pc:sldMk cId="1408940016" sldId="754"/>
            <ac:spMk id="15" creationId="{E1949180-3835-4FE0-9D16-D5902A2823E7}"/>
          </ac:spMkLst>
        </pc:spChg>
        <pc:spChg chg="del">
          <ac:chgData name="김 태환" userId="37bdad49bf29bd97" providerId="LiveId" clId="{D3DF9AA7-87D4-4521-97A8-27884D41F730}" dt="2020-08-30T03:51:21.043" v="5991" actId="478"/>
          <ac:spMkLst>
            <pc:docMk/>
            <pc:sldMk cId="1408940016" sldId="754"/>
            <ac:spMk id="16" creationId="{466C2E07-F48C-4C3D-BD23-FF5DF80EAE43}"/>
          </ac:spMkLst>
        </pc:spChg>
        <pc:spChg chg="add mod">
          <ac:chgData name="김 태환" userId="37bdad49bf29bd97" providerId="LiveId" clId="{D3DF9AA7-87D4-4521-97A8-27884D41F730}" dt="2020-08-30T04:27:03.850" v="6223" actId="20577"/>
          <ac:spMkLst>
            <pc:docMk/>
            <pc:sldMk cId="1408940016" sldId="754"/>
            <ac:spMk id="23" creationId="{290023A6-9DD3-4D8C-A11E-770E7DDE9E32}"/>
          </ac:spMkLst>
        </pc:spChg>
        <pc:spChg chg="del">
          <ac:chgData name="김 태환" userId="37bdad49bf29bd97" providerId="LiveId" clId="{D3DF9AA7-87D4-4521-97A8-27884D41F730}" dt="2020-08-30T03:51:21.043" v="5991" actId="478"/>
          <ac:spMkLst>
            <pc:docMk/>
            <pc:sldMk cId="1408940016" sldId="754"/>
            <ac:spMk id="24" creationId="{4ECF5382-09CF-4F73-87FD-78CF387A529C}"/>
          </ac:spMkLst>
        </pc:spChg>
        <pc:spChg chg="del">
          <ac:chgData name="김 태환" userId="37bdad49bf29bd97" providerId="LiveId" clId="{D3DF9AA7-87D4-4521-97A8-27884D41F730}" dt="2020-08-30T03:51:19.756" v="5990" actId="478"/>
          <ac:spMkLst>
            <pc:docMk/>
            <pc:sldMk cId="1408940016" sldId="754"/>
            <ac:spMk id="28" creationId="{AF97A177-1073-428D-A952-A7E78AC686F8}"/>
          </ac:spMkLst>
        </pc:spChg>
        <pc:grpChg chg="del">
          <ac:chgData name="김 태환" userId="37bdad49bf29bd97" providerId="LiveId" clId="{D3DF9AA7-87D4-4521-97A8-27884D41F730}" dt="2020-08-30T03:51:18.900" v="5989" actId="478"/>
          <ac:grpSpMkLst>
            <pc:docMk/>
            <pc:sldMk cId="1408940016" sldId="754"/>
            <ac:grpSpMk id="12" creationId="{BA1E677B-68FF-49F6-A365-8A2E4361871A}"/>
          </ac:grpSpMkLst>
        </pc:grpChg>
        <pc:picChg chg="add mod">
          <ac:chgData name="김 태환" userId="37bdad49bf29bd97" providerId="LiveId" clId="{D3DF9AA7-87D4-4521-97A8-27884D41F730}" dt="2020-08-30T04:20:10.180" v="6035" actId="1076"/>
          <ac:picMkLst>
            <pc:docMk/>
            <pc:sldMk cId="1408940016" sldId="754"/>
            <ac:picMk id="6" creationId="{6D331044-FA03-432B-A5CD-00FDE6189AA6}"/>
          </ac:picMkLst>
        </pc:picChg>
        <pc:picChg chg="add mod">
          <ac:chgData name="김 태환" userId="37bdad49bf29bd97" providerId="LiveId" clId="{D3DF9AA7-87D4-4521-97A8-27884D41F730}" dt="2020-08-30T04:19:56.780" v="6032" actId="14100"/>
          <ac:picMkLst>
            <pc:docMk/>
            <pc:sldMk cId="1408940016" sldId="754"/>
            <ac:picMk id="9" creationId="{51FFAF82-7509-4C99-9C77-5AACA5E0CD19}"/>
          </ac:picMkLst>
        </pc:picChg>
        <pc:picChg chg="del">
          <ac:chgData name="김 태환" userId="37bdad49bf29bd97" providerId="LiveId" clId="{D3DF9AA7-87D4-4521-97A8-27884D41F730}" dt="2020-08-30T03:51:22.883" v="5992" actId="478"/>
          <ac:picMkLst>
            <pc:docMk/>
            <pc:sldMk cId="1408940016" sldId="754"/>
            <ac:picMk id="11" creationId="{FB026E13-BDC1-4464-8D92-48BAB5272783}"/>
          </ac:picMkLst>
        </pc:picChg>
        <pc:cxnChg chg="del mod">
          <ac:chgData name="김 태환" userId="37bdad49bf29bd97" providerId="LiveId" clId="{D3DF9AA7-87D4-4521-97A8-27884D41F730}" dt="2020-08-30T03:51:21.043" v="5991" actId="478"/>
          <ac:cxnSpMkLst>
            <pc:docMk/>
            <pc:sldMk cId="1408940016" sldId="754"/>
            <ac:cxnSpMk id="17" creationId="{B11BCD3E-26BE-40CD-B795-D951206E0CE0}"/>
          </ac:cxnSpMkLst>
        </pc:cxnChg>
        <pc:cxnChg chg="del mod">
          <ac:chgData name="김 태환" userId="37bdad49bf29bd97" providerId="LiveId" clId="{D3DF9AA7-87D4-4521-97A8-27884D41F730}" dt="2020-08-30T03:51:19.756" v="5990" actId="478"/>
          <ac:cxnSpMkLst>
            <pc:docMk/>
            <pc:sldMk cId="1408940016" sldId="754"/>
            <ac:cxnSpMk id="20" creationId="{70985D06-FADA-4FE7-BDF3-673BD17ED3B2}"/>
          </ac:cxnSpMkLst>
        </pc:cxnChg>
        <pc:cxnChg chg="add mod">
          <ac:chgData name="김 태환" userId="37bdad49bf29bd97" providerId="LiveId" clId="{D3DF9AA7-87D4-4521-97A8-27884D41F730}" dt="2020-08-30T15:06:47.713" v="8604" actId="208"/>
          <ac:cxnSpMkLst>
            <pc:docMk/>
            <pc:sldMk cId="1408940016" sldId="754"/>
            <ac:cxnSpMk id="25" creationId="{A2E42670-AFDD-49BD-BE78-C2FC69568FE8}"/>
          </ac:cxnSpMkLst>
        </pc:cxnChg>
        <pc:cxnChg chg="add mod">
          <ac:chgData name="김 태환" userId="37bdad49bf29bd97" providerId="LiveId" clId="{D3DF9AA7-87D4-4521-97A8-27884D41F730}" dt="2020-08-30T15:07:13.878" v="8608" actId="208"/>
          <ac:cxnSpMkLst>
            <pc:docMk/>
            <pc:sldMk cId="1408940016" sldId="754"/>
            <ac:cxnSpMk id="27" creationId="{C759DEEB-CD8E-4BFE-8186-05D47C32741D}"/>
          </ac:cxnSpMkLst>
        </pc:cxnChg>
      </pc:sldChg>
      <pc:sldChg chg="addSp modSp add del mod">
        <pc:chgData name="김 태환" userId="37bdad49bf29bd97" providerId="LiveId" clId="{D3DF9AA7-87D4-4521-97A8-27884D41F730}" dt="2020-08-30T03:44:36.959" v="5888" actId="47"/>
        <pc:sldMkLst>
          <pc:docMk/>
          <pc:sldMk cId="4163203209" sldId="754"/>
        </pc:sldMkLst>
        <pc:spChg chg="mod">
          <ac:chgData name="김 태환" userId="37bdad49bf29bd97" providerId="LiveId" clId="{D3DF9AA7-87D4-4521-97A8-27884D41F730}" dt="2020-08-30T03:42:33.372" v="5872" actId="20577"/>
          <ac:spMkLst>
            <pc:docMk/>
            <pc:sldMk cId="4163203209" sldId="754"/>
            <ac:spMk id="7" creationId="{00000000-0000-0000-0000-000000000000}"/>
          </ac:spMkLst>
        </pc:spChg>
        <pc:picChg chg="add mod">
          <ac:chgData name="김 태환" userId="37bdad49bf29bd97" providerId="LiveId" clId="{D3DF9AA7-87D4-4521-97A8-27884D41F730}" dt="2020-08-30T03:43:07.234" v="5880" actId="1076"/>
          <ac:picMkLst>
            <pc:docMk/>
            <pc:sldMk cId="4163203209" sldId="754"/>
            <ac:picMk id="2" creationId="{C8AFEA60-7CAD-414C-8154-A1E09192FFEF}"/>
          </ac:picMkLst>
        </pc:picChg>
        <pc:picChg chg="add mod">
          <ac:chgData name="김 태환" userId="37bdad49bf29bd97" providerId="LiveId" clId="{D3DF9AA7-87D4-4521-97A8-27884D41F730}" dt="2020-08-30T03:43:05.638" v="5879"/>
          <ac:picMkLst>
            <pc:docMk/>
            <pc:sldMk cId="4163203209" sldId="754"/>
            <ac:picMk id="9" creationId="{BEBF506F-A388-43C3-8DAA-61287F728C3F}"/>
          </ac:picMkLst>
        </pc:picChg>
      </pc:sldChg>
      <pc:sldChg chg="addSp delSp modSp add mod">
        <pc:chgData name="김 태환" userId="37bdad49bf29bd97" providerId="LiveId" clId="{D3DF9AA7-87D4-4521-97A8-27884D41F730}" dt="2020-08-30T15:06:39.033" v="8603" actId="208"/>
        <pc:sldMkLst>
          <pc:docMk/>
          <pc:sldMk cId="4252000290" sldId="755"/>
        </pc:sldMkLst>
        <pc:spChg chg="add mod">
          <ac:chgData name="김 태환" userId="37bdad49bf29bd97" providerId="LiveId" clId="{D3DF9AA7-87D4-4521-97A8-27884D41F730}" dt="2020-08-30T15:06:39.033" v="8603" actId="208"/>
          <ac:spMkLst>
            <pc:docMk/>
            <pc:sldMk cId="4252000290" sldId="755"/>
            <ac:spMk id="6" creationId="{35301146-8B0C-4678-8527-DC6A738229C4}"/>
          </ac:spMkLst>
        </pc:spChg>
        <pc:spChg chg="mod">
          <ac:chgData name="김 태환" userId="37bdad49bf29bd97" providerId="LiveId" clId="{D3DF9AA7-87D4-4521-97A8-27884D41F730}" dt="2020-08-30T04:36:53.547" v="6501" actId="20577"/>
          <ac:spMkLst>
            <pc:docMk/>
            <pc:sldMk cId="4252000290" sldId="755"/>
            <ac:spMk id="7" creationId="{00000000-0000-0000-0000-000000000000}"/>
          </ac:spMkLst>
        </pc:spChg>
        <pc:spChg chg="add mod">
          <ac:chgData name="김 태환" userId="37bdad49bf29bd97" providerId="LiveId" clId="{D3DF9AA7-87D4-4521-97A8-27884D41F730}" dt="2020-08-30T04:32:22.474" v="6470" actId="20577"/>
          <ac:spMkLst>
            <pc:docMk/>
            <pc:sldMk cId="4252000290" sldId="755"/>
            <ac:spMk id="19" creationId="{5DC02EAF-4A79-4E85-9EFC-79C07BBB8F63}"/>
          </ac:spMkLst>
        </pc:spChg>
        <pc:spChg chg="add mod">
          <ac:chgData name="김 태환" userId="37bdad49bf29bd97" providerId="LiveId" clId="{D3DF9AA7-87D4-4521-97A8-27884D41F730}" dt="2020-08-30T15:06:16.763" v="8597" actId="208"/>
          <ac:spMkLst>
            <pc:docMk/>
            <pc:sldMk cId="4252000290" sldId="755"/>
            <ac:spMk id="25" creationId="{051F6527-FFAC-425E-B4DC-9CF2FBE58B25}"/>
          </ac:spMkLst>
        </pc:spChg>
        <pc:spChg chg="add mod">
          <ac:chgData name="김 태환" userId="37bdad49bf29bd97" providerId="LiveId" clId="{D3DF9AA7-87D4-4521-97A8-27884D41F730}" dt="2020-08-30T15:06:21.360" v="8598" actId="208"/>
          <ac:spMkLst>
            <pc:docMk/>
            <pc:sldMk cId="4252000290" sldId="755"/>
            <ac:spMk id="27" creationId="{F5745644-AED4-4E79-8093-E64C1DC08139}"/>
          </ac:spMkLst>
        </pc:spChg>
        <pc:spChg chg="add mod">
          <ac:chgData name="김 태환" userId="37bdad49bf29bd97" providerId="LiveId" clId="{D3DF9AA7-87D4-4521-97A8-27884D41F730}" dt="2020-08-30T13:17:30.763" v="7763" actId="20577"/>
          <ac:spMkLst>
            <pc:docMk/>
            <pc:sldMk cId="4252000290" sldId="755"/>
            <ac:spMk id="29" creationId="{0DAE0663-9DD0-48E7-A569-E16D92304D4E}"/>
          </ac:spMkLst>
        </pc:spChg>
        <pc:picChg chg="add del mod">
          <ac:chgData name="김 태환" userId="37bdad49bf29bd97" providerId="LiveId" clId="{D3DF9AA7-87D4-4521-97A8-27884D41F730}" dt="2020-08-30T04:30:08.416" v="6358" actId="478"/>
          <ac:picMkLst>
            <pc:docMk/>
            <pc:sldMk cId="4252000290" sldId="755"/>
            <ac:picMk id="2" creationId="{F75ED938-3278-4E10-9022-0471528B471E}"/>
          </ac:picMkLst>
        </pc:picChg>
        <pc:picChg chg="add mod">
          <ac:chgData name="김 태환" userId="37bdad49bf29bd97" providerId="LiveId" clId="{D3DF9AA7-87D4-4521-97A8-27884D41F730}" dt="2020-08-30T04:30:21.895" v="6361" actId="14100"/>
          <ac:picMkLst>
            <pc:docMk/>
            <pc:sldMk cId="4252000290" sldId="755"/>
            <ac:picMk id="5" creationId="{675DF55E-4B25-4188-844D-D38EC407684D}"/>
          </ac:picMkLst>
        </pc:picChg>
        <pc:picChg chg="add mod ord">
          <ac:chgData name="김 태환" userId="37bdad49bf29bd97" providerId="LiveId" clId="{D3DF9AA7-87D4-4521-97A8-27884D41F730}" dt="2020-08-30T04:33:12.400" v="6487" actId="167"/>
          <ac:picMkLst>
            <pc:docMk/>
            <pc:sldMk cId="4252000290" sldId="755"/>
            <ac:picMk id="22" creationId="{C5F857E1-48C8-4653-ABEC-B21C56C2C791}"/>
          </ac:picMkLst>
        </pc:picChg>
        <pc:cxnChg chg="add mod">
          <ac:chgData name="김 태환" userId="37bdad49bf29bd97" providerId="LiveId" clId="{D3DF9AA7-87D4-4521-97A8-27884D41F730}" dt="2020-08-30T15:06:12.023" v="8596" actId="208"/>
          <ac:cxnSpMkLst>
            <pc:docMk/>
            <pc:sldMk cId="4252000290" sldId="755"/>
            <ac:cxnSpMk id="10" creationId="{2A7EC54E-0C35-409F-930F-1A18CD8470B8}"/>
          </ac:cxnSpMkLst>
        </pc:cxnChg>
        <pc:cxnChg chg="add mod">
          <ac:chgData name="김 태환" userId="37bdad49bf29bd97" providerId="LiveId" clId="{D3DF9AA7-87D4-4521-97A8-27884D41F730}" dt="2020-08-30T15:06:37.390" v="8602" actId="14100"/>
          <ac:cxnSpMkLst>
            <pc:docMk/>
            <pc:sldMk cId="4252000290" sldId="755"/>
            <ac:cxnSpMk id="30" creationId="{58BBD2E9-E79F-4B62-8824-A7D516016CF2}"/>
          </ac:cxnSpMkLst>
        </pc:cxnChg>
        <pc:cxnChg chg="add mod">
          <ac:chgData name="김 태환" userId="37bdad49bf29bd97" providerId="LiveId" clId="{D3DF9AA7-87D4-4521-97A8-27884D41F730}" dt="2020-08-30T15:06:25.257" v="8599" actId="208"/>
          <ac:cxnSpMkLst>
            <pc:docMk/>
            <pc:sldMk cId="4252000290" sldId="755"/>
            <ac:cxnSpMk id="34" creationId="{609432C6-B80C-4C4C-BF5B-5001EAD860B6}"/>
          </ac:cxnSpMkLst>
        </pc:cxnChg>
      </pc:sldChg>
      <pc:sldChg chg="addSp modSp add mod">
        <pc:chgData name="김 태환" userId="37bdad49bf29bd97" providerId="LiveId" clId="{D3DF9AA7-87D4-4521-97A8-27884D41F730}" dt="2020-08-30T15:14:57.621" v="8660" actId="208"/>
        <pc:sldMkLst>
          <pc:docMk/>
          <pc:sldMk cId="2291925140" sldId="756"/>
        </pc:sldMkLst>
        <pc:spChg chg="add mod">
          <ac:chgData name="김 태환" userId="37bdad49bf29bd97" providerId="LiveId" clId="{D3DF9AA7-87D4-4521-97A8-27884D41F730}" dt="2020-08-30T15:05:28.916" v="8585" actId="208"/>
          <ac:spMkLst>
            <pc:docMk/>
            <pc:sldMk cId="2291925140" sldId="756"/>
            <ac:spMk id="5" creationId="{829FB54D-BEB1-483C-B83E-1462F44D94F2}"/>
          </ac:spMkLst>
        </pc:spChg>
        <pc:spChg chg="add mod">
          <ac:chgData name="김 태환" userId="37bdad49bf29bd97" providerId="LiveId" clId="{D3DF9AA7-87D4-4521-97A8-27884D41F730}" dt="2020-08-30T15:14:55.208" v="8659" actId="208"/>
          <ac:spMkLst>
            <pc:docMk/>
            <pc:sldMk cId="2291925140" sldId="756"/>
            <ac:spMk id="6" creationId="{D3141CBD-9758-433E-A7B8-E1A9114E61FF}"/>
          </ac:spMkLst>
        </pc:spChg>
        <pc:spChg chg="mod">
          <ac:chgData name="김 태환" userId="37bdad49bf29bd97" providerId="LiveId" clId="{D3DF9AA7-87D4-4521-97A8-27884D41F730}" dt="2020-08-30T04:36:45.352" v="6500" actId="207"/>
          <ac:spMkLst>
            <pc:docMk/>
            <pc:sldMk cId="2291925140" sldId="756"/>
            <ac:spMk id="7" creationId="{00000000-0000-0000-0000-000000000000}"/>
          </ac:spMkLst>
        </pc:spChg>
        <pc:spChg chg="add mod">
          <ac:chgData name="김 태환" userId="37bdad49bf29bd97" providerId="LiveId" clId="{D3DF9AA7-87D4-4521-97A8-27884D41F730}" dt="2020-08-30T15:05:49.882" v="8594" actId="208"/>
          <ac:spMkLst>
            <pc:docMk/>
            <pc:sldMk cId="2291925140" sldId="756"/>
            <ac:spMk id="19" creationId="{431D5D11-6927-4B88-8FFA-E29B75AA76BD}"/>
          </ac:spMkLst>
        </pc:spChg>
        <pc:spChg chg="add mod">
          <ac:chgData name="김 태환" userId="37bdad49bf29bd97" providerId="LiveId" clId="{D3DF9AA7-87D4-4521-97A8-27884D41F730}" dt="2020-08-30T15:05:41.802" v="8589" actId="208"/>
          <ac:spMkLst>
            <pc:docMk/>
            <pc:sldMk cId="2291925140" sldId="756"/>
            <ac:spMk id="21" creationId="{EDF13CC6-A8CD-407D-8A5A-BC4E33CD5008}"/>
          </ac:spMkLst>
        </pc:spChg>
        <pc:spChg chg="add mod">
          <ac:chgData name="김 태환" userId="37bdad49bf29bd97" providerId="LiveId" clId="{D3DF9AA7-87D4-4521-97A8-27884D41F730}" dt="2020-08-30T15:14:57.621" v="8660" actId="208"/>
          <ac:spMkLst>
            <pc:docMk/>
            <pc:sldMk cId="2291925140" sldId="756"/>
            <ac:spMk id="23" creationId="{8D7B6E3E-7AA8-4B2E-885B-E20C94ECC34E}"/>
          </ac:spMkLst>
        </pc:spChg>
        <pc:picChg chg="add mod">
          <ac:chgData name="김 태환" userId="37bdad49bf29bd97" providerId="LiveId" clId="{D3DF9AA7-87D4-4521-97A8-27884D41F730}" dt="2020-08-30T15:05:47.005" v="8592" actId="1076"/>
          <ac:picMkLst>
            <pc:docMk/>
            <pc:sldMk cId="2291925140" sldId="756"/>
            <ac:picMk id="2" creationId="{346E03FE-50AA-415B-8C84-5E7B6062A215}"/>
          </ac:picMkLst>
        </pc:picChg>
        <pc:cxnChg chg="add mod">
          <ac:chgData name="김 태환" userId="37bdad49bf29bd97" providerId="LiveId" clId="{D3DF9AA7-87D4-4521-97A8-27884D41F730}" dt="2020-08-30T15:05:31.987" v="8586" actId="208"/>
          <ac:cxnSpMkLst>
            <pc:docMk/>
            <pc:sldMk cId="2291925140" sldId="756"/>
            <ac:cxnSpMk id="11" creationId="{C0ABF969-A295-446B-BE28-D78379ADDA4D}"/>
          </ac:cxnSpMkLst>
        </pc:cxnChg>
        <pc:cxnChg chg="add mod">
          <ac:chgData name="김 태환" userId="37bdad49bf29bd97" providerId="LiveId" clId="{D3DF9AA7-87D4-4521-97A8-27884D41F730}" dt="2020-08-30T15:05:38.084" v="8588" actId="208"/>
          <ac:cxnSpMkLst>
            <pc:docMk/>
            <pc:sldMk cId="2291925140" sldId="756"/>
            <ac:cxnSpMk id="24" creationId="{24BC0480-DC0C-485B-88DE-315F1AACE88E}"/>
          </ac:cxnSpMkLst>
        </pc:cxnChg>
        <pc:cxnChg chg="add mod">
          <ac:chgData name="김 태환" userId="37bdad49bf29bd97" providerId="LiveId" clId="{D3DF9AA7-87D4-4521-97A8-27884D41F730}" dt="2020-08-30T15:05:44.444" v="8590" actId="208"/>
          <ac:cxnSpMkLst>
            <pc:docMk/>
            <pc:sldMk cId="2291925140" sldId="756"/>
            <ac:cxnSpMk id="28" creationId="{9EA09FAF-D209-4CFB-940C-05379C03CF84}"/>
          </ac:cxnSpMkLst>
        </pc:cxnChg>
      </pc:sldChg>
      <pc:sldChg chg="addSp delSp modSp add mod">
        <pc:chgData name="김 태환" userId="37bdad49bf29bd97" providerId="LiveId" clId="{D3DF9AA7-87D4-4521-97A8-27884D41F730}" dt="2020-08-30T15:29:09.600" v="8984" actId="14100"/>
        <pc:sldMkLst>
          <pc:docMk/>
          <pc:sldMk cId="201651648" sldId="757"/>
        </pc:sldMkLst>
        <pc:spChg chg="add mod">
          <ac:chgData name="김 태환" userId="37bdad49bf29bd97" providerId="LiveId" clId="{D3DF9AA7-87D4-4521-97A8-27884D41F730}" dt="2020-08-30T13:52:57.979" v="8562" actId="20577"/>
          <ac:spMkLst>
            <pc:docMk/>
            <pc:sldMk cId="201651648" sldId="757"/>
            <ac:spMk id="2" creationId="{1A8CC5BE-6642-4BF2-A940-33972EBB8F04}"/>
          </ac:spMkLst>
        </pc:spChg>
        <pc:spChg chg="del mod">
          <ac:chgData name="김 태환" userId="37bdad49bf29bd97" providerId="LiveId" clId="{D3DF9AA7-87D4-4521-97A8-27884D41F730}" dt="2020-08-30T13:34:40.115" v="7886" actId="478"/>
          <ac:spMkLst>
            <pc:docMk/>
            <pc:sldMk cId="201651648" sldId="757"/>
            <ac:spMk id="6" creationId="{F535D7F5-7CF3-449E-88B5-46ECC14C9FEF}"/>
          </ac:spMkLst>
        </pc:spChg>
        <pc:spChg chg="mod">
          <ac:chgData name="김 태환" userId="37bdad49bf29bd97" providerId="LiveId" clId="{D3DF9AA7-87D4-4521-97A8-27884D41F730}" dt="2020-08-30T13:52:59.748" v="8569" actId="20577"/>
          <ac:spMkLst>
            <pc:docMk/>
            <pc:sldMk cId="201651648" sldId="757"/>
            <ac:spMk id="7" creationId="{00000000-0000-0000-0000-000000000000}"/>
          </ac:spMkLst>
        </pc:spChg>
        <pc:spChg chg="add mod">
          <ac:chgData name="김 태환" userId="37bdad49bf29bd97" providerId="LiveId" clId="{D3DF9AA7-87D4-4521-97A8-27884D41F730}" dt="2020-08-30T15:29:09.600" v="8984" actId="14100"/>
          <ac:spMkLst>
            <pc:docMk/>
            <pc:sldMk cId="201651648" sldId="757"/>
            <ac:spMk id="12" creationId="{06B2A598-80ED-4741-80A2-93DC794621EA}"/>
          </ac:spMkLst>
        </pc:spChg>
        <pc:spChg chg="add mod">
          <ac:chgData name="김 태환" userId="37bdad49bf29bd97" providerId="LiveId" clId="{D3DF9AA7-87D4-4521-97A8-27884D41F730}" dt="2020-08-30T15:04:54.397" v="8581" actId="208"/>
          <ac:spMkLst>
            <pc:docMk/>
            <pc:sldMk cId="201651648" sldId="757"/>
            <ac:spMk id="15" creationId="{D2C08833-0260-4725-83F8-02DE6E7AC6D9}"/>
          </ac:spMkLst>
        </pc:spChg>
        <pc:spChg chg="add mod">
          <ac:chgData name="김 태환" userId="37bdad49bf29bd97" providerId="LiveId" clId="{D3DF9AA7-87D4-4521-97A8-27884D41F730}" dt="2020-08-30T15:04:57.574" v="8582" actId="208"/>
          <ac:spMkLst>
            <pc:docMk/>
            <pc:sldMk cId="201651648" sldId="757"/>
            <ac:spMk id="17" creationId="{015268B7-1391-4647-B1D9-6C0D8CD68EE6}"/>
          </ac:spMkLst>
        </pc:spChg>
        <pc:spChg chg="add mod">
          <ac:chgData name="김 태환" userId="37bdad49bf29bd97" providerId="LiveId" clId="{D3DF9AA7-87D4-4521-97A8-27884D41F730}" dt="2020-08-30T15:05:05.210" v="8584" actId="208"/>
          <ac:spMkLst>
            <pc:docMk/>
            <pc:sldMk cId="201651648" sldId="757"/>
            <ac:spMk id="19" creationId="{2E85DAC0-F9F0-499A-BDB9-4311CF7EF344}"/>
          </ac:spMkLst>
        </pc:spChg>
        <pc:spChg chg="add mod">
          <ac:chgData name="김 태환" userId="37bdad49bf29bd97" providerId="LiveId" clId="{D3DF9AA7-87D4-4521-97A8-27884D41F730}" dt="2020-08-30T14:17:48.429" v="8577" actId="1076"/>
          <ac:spMkLst>
            <pc:docMk/>
            <pc:sldMk cId="201651648" sldId="757"/>
            <ac:spMk id="25" creationId="{B9FFA709-5D52-42EC-ACEA-C4369D11F631}"/>
          </ac:spMkLst>
        </pc:spChg>
        <pc:picChg chg="add mod">
          <ac:chgData name="김 태환" userId="37bdad49bf29bd97" providerId="LiveId" clId="{D3DF9AA7-87D4-4521-97A8-27884D41F730}" dt="2020-08-30T14:17:48.429" v="8577" actId="1076"/>
          <ac:picMkLst>
            <pc:docMk/>
            <pc:sldMk cId="201651648" sldId="757"/>
            <ac:picMk id="5" creationId="{E7F03F09-CE3F-431B-AAB0-461EEFD0799A}"/>
          </ac:picMkLst>
        </pc:picChg>
        <pc:picChg chg="add del mod">
          <ac:chgData name="김 태환" userId="37bdad49bf29bd97" providerId="LiveId" clId="{D3DF9AA7-87D4-4521-97A8-27884D41F730}" dt="2020-08-30T13:44:39.755" v="8045" actId="478"/>
          <ac:picMkLst>
            <pc:docMk/>
            <pc:sldMk cId="201651648" sldId="757"/>
            <ac:picMk id="10" creationId="{ADA7D1E7-8ECC-4B42-A409-08EE3B5A3406}"/>
          </ac:picMkLst>
        </pc:picChg>
        <pc:picChg chg="add mod">
          <ac:chgData name="김 태환" userId="37bdad49bf29bd97" providerId="LiveId" clId="{D3DF9AA7-87D4-4521-97A8-27884D41F730}" dt="2020-08-30T14:17:48.429" v="8577" actId="1076"/>
          <ac:picMkLst>
            <pc:docMk/>
            <pc:sldMk cId="201651648" sldId="757"/>
            <ac:picMk id="13" creationId="{456AA8A3-E240-4BEA-94AC-566F010EC0A2}"/>
          </ac:picMkLst>
        </pc:picChg>
        <pc:cxnChg chg="add mod">
          <ac:chgData name="김 태환" userId="37bdad49bf29bd97" providerId="LiveId" clId="{D3DF9AA7-87D4-4521-97A8-27884D41F730}" dt="2020-08-30T15:29:09.600" v="8984" actId="14100"/>
          <ac:cxnSpMkLst>
            <pc:docMk/>
            <pc:sldMk cId="201651648" sldId="757"/>
            <ac:cxnSpMk id="20" creationId="{23B631B5-6CCC-4E51-BA83-5DD99BE1FFF7}"/>
          </ac:cxnSpMkLst>
        </pc:cxnChg>
        <pc:cxnChg chg="add mod">
          <ac:chgData name="김 태환" userId="37bdad49bf29bd97" providerId="LiveId" clId="{D3DF9AA7-87D4-4521-97A8-27884D41F730}" dt="2020-08-30T15:05:00.616" v="8583" actId="208"/>
          <ac:cxnSpMkLst>
            <pc:docMk/>
            <pc:sldMk cId="201651648" sldId="757"/>
            <ac:cxnSpMk id="26" creationId="{D00EAE7F-1269-4838-90D6-379F62AE1BFF}"/>
          </ac:cxnSpMkLst>
        </pc:cxnChg>
      </pc:sldChg>
      <pc:sldChg chg="add del">
        <pc:chgData name="김 태환" userId="37bdad49bf29bd97" providerId="LiveId" clId="{D3DF9AA7-87D4-4521-97A8-27884D41F730}" dt="2020-08-30T04:12:22.925" v="6025"/>
        <pc:sldMkLst>
          <pc:docMk/>
          <pc:sldMk cId="2127224200" sldId="757"/>
        </pc:sldMkLst>
      </pc:sldChg>
      <pc:sldChg chg="addSp delSp modSp add mod">
        <pc:chgData name="김 태환" userId="37bdad49bf29bd97" providerId="LiveId" clId="{D3DF9AA7-87D4-4521-97A8-27884D41F730}" dt="2020-08-30T15:27:36.733" v="8981" actId="20577"/>
        <pc:sldMkLst>
          <pc:docMk/>
          <pc:sldMk cId="1856605499" sldId="758"/>
        </pc:sldMkLst>
        <pc:spChg chg="mod">
          <ac:chgData name="김 태환" userId="37bdad49bf29bd97" providerId="LiveId" clId="{D3DF9AA7-87D4-4521-97A8-27884D41F730}" dt="2020-08-30T15:25:14.604" v="8769"/>
          <ac:spMkLst>
            <pc:docMk/>
            <pc:sldMk cId="1856605499" sldId="758"/>
            <ac:spMk id="2" creationId="{1A8CC5BE-6642-4BF2-A940-33972EBB8F04}"/>
          </ac:spMkLst>
        </pc:spChg>
        <pc:spChg chg="mod">
          <ac:chgData name="김 태환" userId="37bdad49bf29bd97" providerId="LiveId" clId="{D3DF9AA7-87D4-4521-97A8-27884D41F730}" dt="2020-08-30T13:52:54.101" v="8560" actId="20577"/>
          <ac:spMkLst>
            <pc:docMk/>
            <pc:sldMk cId="1856605499" sldId="758"/>
            <ac:spMk id="7" creationId="{00000000-0000-0000-0000-000000000000}"/>
          </ac:spMkLst>
        </pc:spChg>
        <pc:spChg chg="add mod">
          <ac:chgData name="김 태환" userId="37bdad49bf29bd97" providerId="LiveId" clId="{D3DF9AA7-87D4-4521-97A8-27884D41F730}" dt="2020-08-30T15:25:37.433" v="8773" actId="14100"/>
          <ac:spMkLst>
            <pc:docMk/>
            <pc:sldMk cId="1856605499" sldId="758"/>
            <ac:spMk id="10" creationId="{B21C0AEA-B541-40A2-B2F6-56FDA62FE46E}"/>
          </ac:spMkLst>
        </pc:spChg>
        <pc:spChg chg="del mod">
          <ac:chgData name="김 태환" userId="37bdad49bf29bd97" providerId="LiveId" clId="{D3DF9AA7-87D4-4521-97A8-27884D41F730}" dt="2020-08-30T14:18:48.940" v="8578" actId="478"/>
          <ac:spMkLst>
            <pc:docMk/>
            <pc:sldMk cId="1856605499" sldId="758"/>
            <ac:spMk id="12" creationId="{06B2A598-80ED-4741-80A2-93DC794621EA}"/>
          </ac:spMkLst>
        </pc:spChg>
        <pc:spChg chg="del mod">
          <ac:chgData name="김 태환" userId="37bdad49bf29bd97" providerId="LiveId" clId="{D3DF9AA7-87D4-4521-97A8-27884D41F730}" dt="2020-08-30T14:18:48.940" v="8578" actId="478"/>
          <ac:spMkLst>
            <pc:docMk/>
            <pc:sldMk cId="1856605499" sldId="758"/>
            <ac:spMk id="15" creationId="{D2C08833-0260-4725-83F8-02DE6E7AC6D9}"/>
          </ac:spMkLst>
        </pc:spChg>
        <pc:spChg chg="add del mod">
          <ac:chgData name="김 태환" userId="37bdad49bf29bd97" providerId="LiveId" clId="{D3DF9AA7-87D4-4521-97A8-27884D41F730}" dt="2020-08-30T15:26:05.413" v="8779" actId="478"/>
          <ac:spMkLst>
            <pc:docMk/>
            <pc:sldMk cId="1856605499" sldId="758"/>
            <ac:spMk id="16" creationId="{CD6939A3-75CB-44CE-8D0B-12BF0434F34B}"/>
          </ac:spMkLst>
        </pc:spChg>
        <pc:spChg chg="del mod">
          <ac:chgData name="김 태환" userId="37bdad49bf29bd97" providerId="LiveId" clId="{D3DF9AA7-87D4-4521-97A8-27884D41F730}" dt="2020-08-30T14:18:48.940" v="8578" actId="478"/>
          <ac:spMkLst>
            <pc:docMk/>
            <pc:sldMk cId="1856605499" sldId="758"/>
            <ac:spMk id="17" creationId="{015268B7-1391-4647-B1D9-6C0D8CD68EE6}"/>
          </ac:spMkLst>
        </pc:spChg>
        <pc:spChg chg="del mod">
          <ac:chgData name="김 태환" userId="37bdad49bf29bd97" providerId="LiveId" clId="{D3DF9AA7-87D4-4521-97A8-27884D41F730}" dt="2020-08-30T14:18:48.940" v="8578" actId="478"/>
          <ac:spMkLst>
            <pc:docMk/>
            <pc:sldMk cId="1856605499" sldId="758"/>
            <ac:spMk id="19" creationId="{2E85DAC0-F9F0-499A-BDB9-4311CF7EF344}"/>
          </ac:spMkLst>
        </pc:spChg>
        <pc:spChg chg="add mod">
          <ac:chgData name="김 태환" userId="37bdad49bf29bd97" providerId="LiveId" clId="{D3DF9AA7-87D4-4521-97A8-27884D41F730}" dt="2020-08-30T15:27:36.733" v="8981" actId="20577"/>
          <ac:spMkLst>
            <pc:docMk/>
            <pc:sldMk cId="1856605499" sldId="758"/>
            <ac:spMk id="23" creationId="{36E851B8-CC2D-4ECF-ABDD-43040E751314}"/>
          </ac:spMkLst>
        </pc:spChg>
        <pc:spChg chg="del mod">
          <ac:chgData name="김 태환" userId="37bdad49bf29bd97" providerId="LiveId" clId="{D3DF9AA7-87D4-4521-97A8-27884D41F730}" dt="2020-08-30T14:18:48.940" v="8578" actId="478"/>
          <ac:spMkLst>
            <pc:docMk/>
            <pc:sldMk cId="1856605499" sldId="758"/>
            <ac:spMk id="25" creationId="{B9FFA709-5D52-42EC-ACEA-C4369D11F631}"/>
          </ac:spMkLst>
        </pc:spChg>
        <pc:picChg chg="del mod">
          <ac:chgData name="김 태환" userId="37bdad49bf29bd97" providerId="LiveId" clId="{D3DF9AA7-87D4-4521-97A8-27884D41F730}" dt="2020-08-30T14:18:48.940" v="8578" actId="478"/>
          <ac:picMkLst>
            <pc:docMk/>
            <pc:sldMk cId="1856605499" sldId="758"/>
            <ac:picMk id="5" creationId="{E7F03F09-CE3F-431B-AAB0-461EEFD0799A}"/>
          </ac:picMkLst>
        </pc:picChg>
        <pc:picChg chg="add">
          <ac:chgData name="김 태환" userId="37bdad49bf29bd97" providerId="LiveId" clId="{D3DF9AA7-87D4-4521-97A8-27884D41F730}" dt="2020-08-30T15:25:20.857" v="8770" actId="22"/>
          <ac:picMkLst>
            <pc:docMk/>
            <pc:sldMk cId="1856605499" sldId="758"/>
            <ac:picMk id="9" creationId="{4173ABD2-317B-4D56-9799-E349A37FD52A}"/>
          </ac:picMkLst>
        </pc:picChg>
        <pc:picChg chg="del mod">
          <ac:chgData name="김 태환" userId="37bdad49bf29bd97" providerId="LiveId" clId="{D3DF9AA7-87D4-4521-97A8-27884D41F730}" dt="2020-08-30T14:18:48.940" v="8578" actId="478"/>
          <ac:picMkLst>
            <pc:docMk/>
            <pc:sldMk cId="1856605499" sldId="758"/>
            <ac:picMk id="13" creationId="{456AA8A3-E240-4BEA-94AC-566F010EC0A2}"/>
          </ac:picMkLst>
        </pc:picChg>
        <pc:cxnChg chg="del mod">
          <ac:chgData name="김 태환" userId="37bdad49bf29bd97" providerId="LiveId" clId="{D3DF9AA7-87D4-4521-97A8-27884D41F730}" dt="2020-08-30T14:18:48.940" v="8578" actId="478"/>
          <ac:cxnSpMkLst>
            <pc:docMk/>
            <pc:sldMk cId="1856605499" sldId="758"/>
            <ac:cxnSpMk id="20" creationId="{23B631B5-6CCC-4E51-BA83-5DD99BE1FFF7}"/>
          </ac:cxnSpMkLst>
        </pc:cxnChg>
        <pc:cxnChg chg="add del mod">
          <ac:chgData name="김 태환" userId="37bdad49bf29bd97" providerId="LiveId" clId="{D3DF9AA7-87D4-4521-97A8-27884D41F730}" dt="2020-08-30T15:26:08.845" v="8780" actId="478"/>
          <ac:cxnSpMkLst>
            <pc:docMk/>
            <pc:sldMk cId="1856605499" sldId="758"/>
            <ac:cxnSpMk id="22" creationId="{760DD745-C7D1-4620-B8F1-C90495B08EEC}"/>
          </ac:cxnSpMkLst>
        </pc:cxnChg>
        <pc:cxnChg chg="del mod">
          <ac:chgData name="김 태환" userId="37bdad49bf29bd97" providerId="LiveId" clId="{D3DF9AA7-87D4-4521-97A8-27884D41F730}" dt="2020-08-30T14:18:48.940" v="8578" actId="478"/>
          <ac:cxnSpMkLst>
            <pc:docMk/>
            <pc:sldMk cId="1856605499" sldId="758"/>
            <ac:cxnSpMk id="26" creationId="{D00EAE7F-1269-4838-90D6-379F62AE1BFF}"/>
          </ac:cxnSpMkLst>
        </pc:cxnChg>
      </pc:sldChg>
      <pc:sldChg chg="modSp add mod">
        <pc:chgData name="김 태환" userId="37bdad49bf29bd97" providerId="LiveId" clId="{D3DF9AA7-87D4-4521-97A8-27884D41F730}" dt="2020-08-30T15:30:32.270" v="9390" actId="20577"/>
        <pc:sldMkLst>
          <pc:docMk/>
          <pc:sldMk cId="3931264841" sldId="759"/>
        </pc:sldMkLst>
        <pc:spChg chg="mod">
          <ac:chgData name="김 태환" userId="37bdad49bf29bd97" providerId="LiveId" clId="{D3DF9AA7-87D4-4521-97A8-27884D41F730}" dt="2020-08-30T15:29:34.916" v="9106"/>
          <ac:spMkLst>
            <pc:docMk/>
            <pc:sldMk cId="3931264841" sldId="759"/>
            <ac:spMk id="2" creationId="{1A8CC5BE-6642-4BF2-A940-33972EBB8F04}"/>
          </ac:spMkLst>
        </pc:spChg>
        <pc:spChg chg="mod">
          <ac:chgData name="김 태환" userId="37bdad49bf29bd97" providerId="LiveId" clId="{D3DF9AA7-87D4-4521-97A8-27884D41F730}" dt="2020-08-30T15:29:43.710" v="9108" actId="14100"/>
          <ac:spMkLst>
            <pc:docMk/>
            <pc:sldMk cId="3931264841" sldId="759"/>
            <ac:spMk id="10" creationId="{B21C0AEA-B541-40A2-B2F6-56FDA62FE46E}"/>
          </ac:spMkLst>
        </pc:spChg>
        <pc:spChg chg="mod">
          <ac:chgData name="김 태환" userId="37bdad49bf29bd97" providerId="LiveId" clId="{D3DF9AA7-87D4-4521-97A8-27884D41F730}" dt="2020-08-30T15:30:32.270" v="9390" actId="20577"/>
          <ac:spMkLst>
            <pc:docMk/>
            <pc:sldMk cId="3931264841" sldId="759"/>
            <ac:spMk id="23" creationId="{36E851B8-CC2D-4ECF-ABDD-43040E751314}"/>
          </ac:spMkLst>
        </pc:spChg>
      </pc:sldChg>
      <pc:sldChg chg="addSp modSp add mod">
        <pc:chgData name="김 태환" userId="37bdad49bf29bd97" providerId="LiveId" clId="{D3DF9AA7-87D4-4521-97A8-27884D41F730}" dt="2020-08-30T15:31:26.323" v="9607" actId="20577"/>
        <pc:sldMkLst>
          <pc:docMk/>
          <pc:sldMk cId="2517415698" sldId="760"/>
        </pc:sldMkLst>
        <pc:spChg chg="mod">
          <ac:chgData name="김 태환" userId="37bdad49bf29bd97" providerId="LiveId" clId="{D3DF9AA7-87D4-4521-97A8-27884D41F730}" dt="2020-08-30T15:30:56.052" v="9472"/>
          <ac:spMkLst>
            <pc:docMk/>
            <pc:sldMk cId="2517415698" sldId="760"/>
            <ac:spMk id="2" creationId="{1A8CC5BE-6642-4BF2-A940-33972EBB8F04}"/>
          </ac:spMkLst>
        </pc:spChg>
        <pc:spChg chg="add mod">
          <ac:chgData name="김 태환" userId="37bdad49bf29bd97" providerId="LiveId" clId="{D3DF9AA7-87D4-4521-97A8-27884D41F730}" dt="2020-08-30T15:31:08.940" v="9495" actId="14100"/>
          <ac:spMkLst>
            <pc:docMk/>
            <pc:sldMk cId="2517415698" sldId="760"/>
            <ac:spMk id="5" creationId="{7031DD8A-3CDB-4FEE-AF80-B7315CC9244A}"/>
          </ac:spMkLst>
        </pc:spChg>
        <pc:spChg chg="mod">
          <ac:chgData name="김 태환" userId="37bdad49bf29bd97" providerId="LiveId" clId="{D3DF9AA7-87D4-4521-97A8-27884D41F730}" dt="2020-08-30T15:30:45.792" v="9395" actId="14100"/>
          <ac:spMkLst>
            <pc:docMk/>
            <pc:sldMk cId="2517415698" sldId="760"/>
            <ac:spMk id="10" creationId="{B21C0AEA-B541-40A2-B2F6-56FDA62FE46E}"/>
          </ac:spMkLst>
        </pc:spChg>
        <pc:spChg chg="mod">
          <ac:chgData name="김 태환" userId="37bdad49bf29bd97" providerId="LiveId" clId="{D3DF9AA7-87D4-4521-97A8-27884D41F730}" dt="2020-08-30T15:31:26.323" v="9607" actId="20577"/>
          <ac:spMkLst>
            <pc:docMk/>
            <pc:sldMk cId="2517415698" sldId="760"/>
            <ac:spMk id="23" creationId="{36E851B8-CC2D-4ECF-ABDD-43040E751314}"/>
          </ac:spMkLst>
        </pc:spChg>
        <pc:picChg chg="mod">
          <ac:chgData name="김 태환" userId="37bdad49bf29bd97" providerId="LiveId" clId="{D3DF9AA7-87D4-4521-97A8-27884D41F730}" dt="2020-08-30T15:30:40.054" v="9393" actId="1076"/>
          <ac:picMkLst>
            <pc:docMk/>
            <pc:sldMk cId="2517415698" sldId="760"/>
            <ac:picMk id="9" creationId="{4173ABD2-317B-4D56-9799-E349A37FD52A}"/>
          </ac:picMkLst>
        </pc:picChg>
      </pc:sldChg>
      <pc:sldChg chg="delSp modSp add mod">
        <pc:chgData name="김 태환" userId="37bdad49bf29bd97" providerId="LiveId" clId="{D3DF9AA7-87D4-4521-97A8-27884D41F730}" dt="2020-08-30T16:10:37.524" v="11306"/>
        <pc:sldMkLst>
          <pc:docMk/>
          <pc:sldMk cId="499758024" sldId="761"/>
        </pc:sldMkLst>
        <pc:spChg chg="mod">
          <ac:chgData name="김 태환" userId="37bdad49bf29bd97" providerId="LiveId" clId="{D3DF9AA7-87D4-4521-97A8-27884D41F730}" dt="2020-08-30T15:35:33.004" v="9693"/>
          <ac:spMkLst>
            <pc:docMk/>
            <pc:sldMk cId="499758024" sldId="761"/>
            <ac:spMk id="2" creationId="{1A8CC5BE-6642-4BF2-A940-33972EBB8F04}"/>
          </ac:spMkLst>
        </pc:spChg>
        <pc:spChg chg="del">
          <ac:chgData name="김 태환" userId="37bdad49bf29bd97" providerId="LiveId" clId="{D3DF9AA7-87D4-4521-97A8-27884D41F730}" dt="2020-08-30T15:34:21.790" v="9609" actId="478"/>
          <ac:spMkLst>
            <pc:docMk/>
            <pc:sldMk cId="499758024" sldId="761"/>
            <ac:spMk id="5" creationId="{7031DD8A-3CDB-4FEE-AF80-B7315CC9244A}"/>
          </ac:spMkLst>
        </pc:spChg>
        <pc:spChg chg="mod">
          <ac:chgData name="김 태환" userId="37bdad49bf29bd97" providerId="LiveId" clId="{D3DF9AA7-87D4-4521-97A8-27884D41F730}" dt="2020-08-30T15:34:33.621" v="9614" actId="14100"/>
          <ac:spMkLst>
            <pc:docMk/>
            <pc:sldMk cId="499758024" sldId="761"/>
            <ac:spMk id="10" creationId="{B21C0AEA-B541-40A2-B2F6-56FDA62FE46E}"/>
          </ac:spMkLst>
        </pc:spChg>
        <pc:spChg chg="mod">
          <ac:chgData name="김 태환" userId="37bdad49bf29bd97" providerId="LiveId" clId="{D3DF9AA7-87D4-4521-97A8-27884D41F730}" dt="2020-08-30T16:10:37.524" v="11306"/>
          <ac:spMkLst>
            <pc:docMk/>
            <pc:sldMk cId="499758024" sldId="761"/>
            <ac:spMk id="23" creationId="{36E851B8-CC2D-4ECF-ABDD-43040E751314}"/>
          </ac:spMkLst>
        </pc:spChg>
      </pc:sldChg>
      <pc:sldChg chg="addSp delSp modSp add mod">
        <pc:chgData name="김 태환" userId="37bdad49bf29bd97" providerId="LiveId" clId="{D3DF9AA7-87D4-4521-97A8-27884D41F730}" dt="2020-08-30T15:46:31.629" v="10723"/>
        <pc:sldMkLst>
          <pc:docMk/>
          <pc:sldMk cId="3513775938" sldId="762"/>
        </pc:sldMkLst>
        <pc:spChg chg="del">
          <ac:chgData name="김 태환" userId="37bdad49bf29bd97" providerId="LiveId" clId="{D3DF9AA7-87D4-4521-97A8-27884D41F730}" dt="2020-08-30T15:37:09.879" v="10000" actId="478"/>
          <ac:spMkLst>
            <pc:docMk/>
            <pc:sldMk cId="3513775938" sldId="762"/>
            <ac:spMk id="2" creationId="{1A8CC5BE-6642-4BF2-A940-33972EBB8F04}"/>
          </ac:spMkLst>
        </pc:spChg>
        <pc:spChg chg="add del mod">
          <ac:chgData name="김 태환" userId="37bdad49bf29bd97" providerId="LiveId" clId="{D3DF9AA7-87D4-4521-97A8-27884D41F730}" dt="2020-08-30T15:38:42.582" v="10027" actId="478"/>
          <ac:spMkLst>
            <pc:docMk/>
            <pc:sldMk cId="3513775938" sldId="762"/>
            <ac:spMk id="6" creationId="{14E6274F-7B1C-4595-9F1F-C8BC0C7A269A}"/>
          </ac:spMkLst>
        </pc:spChg>
        <pc:spChg chg="del">
          <ac:chgData name="김 태환" userId="37bdad49bf29bd97" providerId="LiveId" clId="{D3DF9AA7-87D4-4521-97A8-27884D41F730}" dt="2020-08-30T15:37:06.390" v="9998" actId="478"/>
          <ac:spMkLst>
            <pc:docMk/>
            <pc:sldMk cId="3513775938" sldId="762"/>
            <ac:spMk id="10" creationId="{B21C0AEA-B541-40A2-B2F6-56FDA62FE46E}"/>
          </ac:spMkLst>
        </pc:spChg>
        <pc:spChg chg="add del mod">
          <ac:chgData name="김 태환" userId="37bdad49bf29bd97" providerId="LiveId" clId="{D3DF9AA7-87D4-4521-97A8-27884D41F730}" dt="2020-08-30T15:38:42.582" v="10027" actId="478"/>
          <ac:spMkLst>
            <pc:docMk/>
            <pc:sldMk cId="3513775938" sldId="762"/>
            <ac:spMk id="12" creationId="{B4BD930F-817F-4933-8DCE-E16431DB91FA}"/>
          </ac:spMkLst>
        </pc:spChg>
        <pc:spChg chg="add del mod">
          <ac:chgData name="김 태환" userId="37bdad49bf29bd97" providerId="LiveId" clId="{D3DF9AA7-87D4-4521-97A8-27884D41F730}" dt="2020-08-30T15:38:42.582" v="10027" actId="478"/>
          <ac:spMkLst>
            <pc:docMk/>
            <pc:sldMk cId="3513775938" sldId="762"/>
            <ac:spMk id="14" creationId="{A1481C8D-5B39-49AF-B7B1-56FF2B56289B}"/>
          </ac:spMkLst>
        </pc:spChg>
        <pc:spChg chg="add del mod">
          <ac:chgData name="김 태환" userId="37bdad49bf29bd97" providerId="LiveId" clId="{D3DF9AA7-87D4-4521-97A8-27884D41F730}" dt="2020-08-30T15:38:42.582" v="10027" actId="478"/>
          <ac:spMkLst>
            <pc:docMk/>
            <pc:sldMk cId="3513775938" sldId="762"/>
            <ac:spMk id="16" creationId="{DF98F260-ECE2-4C6D-9ED0-BDB5AFB8839A}"/>
          </ac:spMkLst>
        </pc:spChg>
        <pc:spChg chg="add del mod">
          <ac:chgData name="김 태환" userId="37bdad49bf29bd97" providerId="LiveId" clId="{D3DF9AA7-87D4-4521-97A8-27884D41F730}" dt="2020-08-30T15:38:43.077" v="10028" actId="478"/>
          <ac:spMkLst>
            <pc:docMk/>
            <pc:sldMk cId="3513775938" sldId="762"/>
            <ac:spMk id="18" creationId="{C7E7CC2F-3772-4620-A26B-4328BB2DC35D}"/>
          </ac:spMkLst>
        </pc:spChg>
        <pc:spChg chg="add mod">
          <ac:chgData name="김 태환" userId="37bdad49bf29bd97" providerId="LiveId" clId="{D3DF9AA7-87D4-4521-97A8-27884D41F730}" dt="2020-08-30T15:40:24.615" v="10068" actId="164"/>
          <ac:spMkLst>
            <pc:docMk/>
            <pc:sldMk cId="3513775938" sldId="762"/>
            <ac:spMk id="21" creationId="{13A855FB-663C-441E-AB64-53D539E15B11}"/>
          </ac:spMkLst>
        </pc:spChg>
        <pc:spChg chg="del">
          <ac:chgData name="김 태환" userId="37bdad49bf29bd97" providerId="LiveId" clId="{D3DF9AA7-87D4-4521-97A8-27884D41F730}" dt="2020-08-30T15:37:08.551" v="9999" actId="478"/>
          <ac:spMkLst>
            <pc:docMk/>
            <pc:sldMk cId="3513775938" sldId="762"/>
            <ac:spMk id="23" creationId="{36E851B8-CC2D-4ECF-ABDD-43040E751314}"/>
          </ac:spMkLst>
        </pc:spChg>
        <pc:spChg chg="add mod">
          <ac:chgData name="김 태환" userId="37bdad49bf29bd97" providerId="LiveId" clId="{D3DF9AA7-87D4-4521-97A8-27884D41F730}" dt="2020-08-30T15:40:24.615" v="10068" actId="164"/>
          <ac:spMkLst>
            <pc:docMk/>
            <pc:sldMk cId="3513775938" sldId="762"/>
            <ac:spMk id="25" creationId="{6259E56F-5E17-4D18-97D0-C55EA6B17834}"/>
          </ac:spMkLst>
        </pc:spChg>
        <pc:spChg chg="add mod">
          <ac:chgData name="김 태환" userId="37bdad49bf29bd97" providerId="LiveId" clId="{D3DF9AA7-87D4-4521-97A8-27884D41F730}" dt="2020-08-30T15:40:24.615" v="10068" actId="164"/>
          <ac:spMkLst>
            <pc:docMk/>
            <pc:sldMk cId="3513775938" sldId="762"/>
            <ac:spMk id="27" creationId="{82CB5E00-B755-44AA-B238-8246829C7F56}"/>
          </ac:spMkLst>
        </pc:spChg>
        <pc:spChg chg="add mod">
          <ac:chgData name="김 태환" userId="37bdad49bf29bd97" providerId="LiveId" clId="{D3DF9AA7-87D4-4521-97A8-27884D41F730}" dt="2020-08-30T15:40:24.615" v="10068" actId="164"/>
          <ac:spMkLst>
            <pc:docMk/>
            <pc:sldMk cId="3513775938" sldId="762"/>
            <ac:spMk id="29" creationId="{5556358F-E886-4581-AC4D-E3AB9C0EC791}"/>
          </ac:spMkLst>
        </pc:spChg>
        <pc:spChg chg="add mod">
          <ac:chgData name="김 태환" userId="37bdad49bf29bd97" providerId="LiveId" clId="{D3DF9AA7-87D4-4521-97A8-27884D41F730}" dt="2020-08-30T15:40:24.615" v="10068" actId="164"/>
          <ac:spMkLst>
            <pc:docMk/>
            <pc:sldMk cId="3513775938" sldId="762"/>
            <ac:spMk id="31" creationId="{8743ED89-D6A4-4FF4-B03B-F32E960DDFCD}"/>
          </ac:spMkLst>
        </pc:spChg>
        <pc:spChg chg="add mod">
          <ac:chgData name="김 태환" userId="37bdad49bf29bd97" providerId="LiveId" clId="{D3DF9AA7-87D4-4521-97A8-27884D41F730}" dt="2020-08-30T15:40:24.615" v="10068" actId="164"/>
          <ac:spMkLst>
            <pc:docMk/>
            <pc:sldMk cId="3513775938" sldId="762"/>
            <ac:spMk id="33" creationId="{CC4E12C3-85D5-4167-BAD1-DF5928A1E9C5}"/>
          </ac:spMkLst>
        </pc:spChg>
        <pc:spChg chg="add mod">
          <ac:chgData name="김 태환" userId="37bdad49bf29bd97" providerId="LiveId" clId="{D3DF9AA7-87D4-4521-97A8-27884D41F730}" dt="2020-08-30T15:40:24.615" v="10068" actId="164"/>
          <ac:spMkLst>
            <pc:docMk/>
            <pc:sldMk cId="3513775938" sldId="762"/>
            <ac:spMk id="35" creationId="{D12E35C2-1C1A-4ED5-9797-5B823F8E5207}"/>
          </ac:spMkLst>
        </pc:spChg>
        <pc:spChg chg="add mod">
          <ac:chgData name="김 태환" userId="37bdad49bf29bd97" providerId="LiveId" clId="{D3DF9AA7-87D4-4521-97A8-27884D41F730}" dt="2020-08-30T15:40:24.615" v="10068" actId="164"/>
          <ac:spMkLst>
            <pc:docMk/>
            <pc:sldMk cId="3513775938" sldId="762"/>
            <ac:spMk id="37" creationId="{405669A9-34ED-451C-8C60-E23FDD601F9A}"/>
          </ac:spMkLst>
        </pc:spChg>
        <pc:spChg chg="add mod">
          <ac:chgData name="김 태환" userId="37bdad49bf29bd97" providerId="LiveId" clId="{D3DF9AA7-87D4-4521-97A8-27884D41F730}" dt="2020-08-30T15:46:15.092" v="10651" actId="1076"/>
          <ac:spMkLst>
            <pc:docMk/>
            <pc:sldMk cId="3513775938" sldId="762"/>
            <ac:spMk id="40" creationId="{8836280D-ACB1-4D8B-91DB-8C16014FD65E}"/>
          </ac:spMkLst>
        </pc:spChg>
        <pc:spChg chg="add mod">
          <ac:chgData name="김 태환" userId="37bdad49bf29bd97" providerId="LiveId" clId="{D3DF9AA7-87D4-4521-97A8-27884D41F730}" dt="2020-08-30T15:46:15.092" v="10651" actId="1076"/>
          <ac:spMkLst>
            <pc:docMk/>
            <pc:sldMk cId="3513775938" sldId="762"/>
            <ac:spMk id="41" creationId="{ADF0D069-5089-4188-88CB-98C16BC8B9DE}"/>
          </ac:spMkLst>
        </pc:spChg>
        <pc:spChg chg="add mod">
          <ac:chgData name="김 태환" userId="37bdad49bf29bd97" providerId="LiveId" clId="{D3DF9AA7-87D4-4521-97A8-27884D41F730}" dt="2020-08-30T15:46:15.092" v="10651" actId="1076"/>
          <ac:spMkLst>
            <pc:docMk/>
            <pc:sldMk cId="3513775938" sldId="762"/>
            <ac:spMk id="42" creationId="{A56E4270-9AA5-4D28-B1C4-77C8A6F28D63}"/>
          </ac:spMkLst>
        </pc:spChg>
        <pc:spChg chg="add mod">
          <ac:chgData name="김 태환" userId="37bdad49bf29bd97" providerId="LiveId" clId="{D3DF9AA7-87D4-4521-97A8-27884D41F730}" dt="2020-08-30T15:46:15.092" v="10651" actId="1076"/>
          <ac:spMkLst>
            <pc:docMk/>
            <pc:sldMk cId="3513775938" sldId="762"/>
            <ac:spMk id="43" creationId="{0D654FF3-91DF-4DFF-937E-01D05C3B2DE0}"/>
          </ac:spMkLst>
        </pc:spChg>
        <pc:spChg chg="add mod">
          <ac:chgData name="김 태환" userId="37bdad49bf29bd97" providerId="LiveId" clId="{D3DF9AA7-87D4-4521-97A8-27884D41F730}" dt="2020-08-30T15:46:15.092" v="10651" actId="1076"/>
          <ac:spMkLst>
            <pc:docMk/>
            <pc:sldMk cId="3513775938" sldId="762"/>
            <ac:spMk id="44" creationId="{455FBE63-1ADE-42BA-89FA-4B276CCF1B6A}"/>
          </ac:spMkLst>
        </pc:spChg>
        <pc:spChg chg="add mod">
          <ac:chgData name="김 태환" userId="37bdad49bf29bd97" providerId="LiveId" clId="{D3DF9AA7-87D4-4521-97A8-27884D41F730}" dt="2020-08-30T15:46:15.092" v="10651" actId="1076"/>
          <ac:spMkLst>
            <pc:docMk/>
            <pc:sldMk cId="3513775938" sldId="762"/>
            <ac:spMk id="45" creationId="{A37284B5-A99C-455A-981B-B795595D9991}"/>
          </ac:spMkLst>
        </pc:spChg>
        <pc:spChg chg="add mod">
          <ac:chgData name="김 태환" userId="37bdad49bf29bd97" providerId="LiveId" clId="{D3DF9AA7-87D4-4521-97A8-27884D41F730}" dt="2020-08-30T15:46:15.092" v="10651" actId="1076"/>
          <ac:spMkLst>
            <pc:docMk/>
            <pc:sldMk cId="3513775938" sldId="762"/>
            <ac:spMk id="46" creationId="{9E8516F8-A53F-451C-8B5A-353E7F76D869}"/>
          </ac:spMkLst>
        </pc:spChg>
        <pc:spChg chg="add mod">
          <ac:chgData name="김 태환" userId="37bdad49bf29bd97" providerId="LiveId" clId="{D3DF9AA7-87D4-4521-97A8-27884D41F730}" dt="2020-08-30T15:46:15.092" v="10651" actId="1076"/>
          <ac:spMkLst>
            <pc:docMk/>
            <pc:sldMk cId="3513775938" sldId="762"/>
            <ac:spMk id="47" creationId="{CA91E5EC-C2C9-4322-912A-F53C92FD487A}"/>
          </ac:spMkLst>
        </pc:spChg>
        <pc:spChg chg="add mod">
          <ac:chgData name="김 태환" userId="37bdad49bf29bd97" providerId="LiveId" clId="{D3DF9AA7-87D4-4521-97A8-27884D41F730}" dt="2020-08-30T15:46:31.629" v="10723"/>
          <ac:spMkLst>
            <pc:docMk/>
            <pc:sldMk cId="3513775938" sldId="762"/>
            <ac:spMk id="77" creationId="{BC23C22E-5B78-4D88-8EFD-F5DF0AA0F990}"/>
          </ac:spMkLst>
        </pc:spChg>
        <pc:grpChg chg="add mod">
          <ac:chgData name="김 태환" userId="37bdad49bf29bd97" providerId="LiveId" clId="{D3DF9AA7-87D4-4521-97A8-27884D41F730}" dt="2020-08-30T15:46:15.092" v="10651" actId="1076"/>
          <ac:grpSpMkLst>
            <pc:docMk/>
            <pc:sldMk cId="3513775938" sldId="762"/>
            <ac:grpSpMk id="38" creationId="{8D9A33D9-EF24-4E7C-B4CA-108A88C1E33F}"/>
          </ac:grpSpMkLst>
        </pc:grpChg>
        <pc:picChg chg="add del mod">
          <ac:chgData name="김 태환" userId="37bdad49bf29bd97" providerId="LiveId" clId="{D3DF9AA7-87D4-4521-97A8-27884D41F730}" dt="2020-08-30T15:38:33.660" v="10026" actId="478"/>
          <ac:picMkLst>
            <pc:docMk/>
            <pc:sldMk cId="3513775938" sldId="762"/>
            <ac:picMk id="5" creationId="{2F470130-FF81-471A-80EF-7E39018EF01F}"/>
          </ac:picMkLst>
        </pc:picChg>
        <pc:picChg chg="del">
          <ac:chgData name="김 태환" userId="37bdad49bf29bd97" providerId="LiveId" clId="{D3DF9AA7-87D4-4521-97A8-27884D41F730}" dt="2020-08-30T15:37:05.413" v="9997" actId="478"/>
          <ac:picMkLst>
            <pc:docMk/>
            <pc:sldMk cId="3513775938" sldId="762"/>
            <ac:picMk id="9" creationId="{4173ABD2-317B-4D56-9799-E349A37FD52A}"/>
          </ac:picMkLst>
        </pc:picChg>
        <pc:picChg chg="add mod">
          <ac:chgData name="김 태환" userId="37bdad49bf29bd97" providerId="LiveId" clId="{D3DF9AA7-87D4-4521-97A8-27884D41F730}" dt="2020-08-30T15:40:24.615" v="10068" actId="164"/>
          <ac:picMkLst>
            <pc:docMk/>
            <pc:sldMk cId="3513775938" sldId="762"/>
            <ac:picMk id="20" creationId="{DEA53CC5-4933-4C5D-952A-87CD98BC2034}"/>
          </ac:picMkLst>
        </pc:picChg>
        <pc:cxnChg chg="add mod">
          <ac:chgData name="김 태환" userId="37bdad49bf29bd97" providerId="LiveId" clId="{D3DF9AA7-87D4-4521-97A8-27884D41F730}" dt="2020-08-30T15:46:15.092" v="10651" actId="1076"/>
          <ac:cxnSpMkLst>
            <pc:docMk/>
            <pc:sldMk cId="3513775938" sldId="762"/>
            <ac:cxnSpMk id="48" creationId="{565A840B-8858-4DFA-8CFD-0C09D3675FFA}"/>
          </ac:cxnSpMkLst>
        </pc:cxnChg>
        <pc:cxnChg chg="add mod">
          <ac:chgData name="김 태환" userId="37bdad49bf29bd97" providerId="LiveId" clId="{D3DF9AA7-87D4-4521-97A8-27884D41F730}" dt="2020-08-30T15:46:15.092" v="10651" actId="1076"/>
          <ac:cxnSpMkLst>
            <pc:docMk/>
            <pc:sldMk cId="3513775938" sldId="762"/>
            <ac:cxnSpMk id="51" creationId="{E2AA108D-B7D0-4CAF-8B43-BFF71BD592F9}"/>
          </ac:cxnSpMkLst>
        </pc:cxnChg>
        <pc:cxnChg chg="add mod">
          <ac:chgData name="김 태환" userId="37bdad49bf29bd97" providerId="LiveId" clId="{D3DF9AA7-87D4-4521-97A8-27884D41F730}" dt="2020-08-30T15:46:15.092" v="10651" actId="1076"/>
          <ac:cxnSpMkLst>
            <pc:docMk/>
            <pc:sldMk cId="3513775938" sldId="762"/>
            <ac:cxnSpMk id="55" creationId="{3E5D805B-B8BA-482A-A529-84C97848608F}"/>
          </ac:cxnSpMkLst>
        </pc:cxnChg>
        <pc:cxnChg chg="add mod">
          <ac:chgData name="김 태환" userId="37bdad49bf29bd97" providerId="LiveId" clId="{D3DF9AA7-87D4-4521-97A8-27884D41F730}" dt="2020-08-30T15:46:15.092" v="10651" actId="1076"/>
          <ac:cxnSpMkLst>
            <pc:docMk/>
            <pc:sldMk cId="3513775938" sldId="762"/>
            <ac:cxnSpMk id="59" creationId="{28652664-58C5-4DEC-BF61-70FCE7C84837}"/>
          </ac:cxnSpMkLst>
        </pc:cxnChg>
        <pc:cxnChg chg="add mod">
          <ac:chgData name="김 태환" userId="37bdad49bf29bd97" providerId="LiveId" clId="{D3DF9AA7-87D4-4521-97A8-27884D41F730}" dt="2020-08-30T15:46:15.092" v="10651" actId="1076"/>
          <ac:cxnSpMkLst>
            <pc:docMk/>
            <pc:sldMk cId="3513775938" sldId="762"/>
            <ac:cxnSpMk id="62" creationId="{7D5E2FBF-7C6B-43F0-B0AB-84C3FD63199C}"/>
          </ac:cxnSpMkLst>
        </pc:cxnChg>
        <pc:cxnChg chg="add mod">
          <ac:chgData name="김 태환" userId="37bdad49bf29bd97" providerId="LiveId" clId="{D3DF9AA7-87D4-4521-97A8-27884D41F730}" dt="2020-08-30T15:46:15.092" v="10651" actId="1076"/>
          <ac:cxnSpMkLst>
            <pc:docMk/>
            <pc:sldMk cId="3513775938" sldId="762"/>
            <ac:cxnSpMk id="65" creationId="{D1A207AE-CF27-4D4F-B854-7E88CF2F0D92}"/>
          </ac:cxnSpMkLst>
        </pc:cxnChg>
        <pc:cxnChg chg="add mod">
          <ac:chgData name="김 태환" userId="37bdad49bf29bd97" providerId="LiveId" clId="{D3DF9AA7-87D4-4521-97A8-27884D41F730}" dt="2020-08-30T15:46:15.092" v="10651" actId="1076"/>
          <ac:cxnSpMkLst>
            <pc:docMk/>
            <pc:sldMk cId="3513775938" sldId="762"/>
            <ac:cxnSpMk id="68" creationId="{D40780B6-7F7B-42FD-8E6A-DA9B8891728F}"/>
          </ac:cxnSpMkLst>
        </pc:cxnChg>
        <pc:cxnChg chg="add mod">
          <ac:chgData name="김 태환" userId="37bdad49bf29bd97" providerId="LiveId" clId="{D3DF9AA7-87D4-4521-97A8-27884D41F730}" dt="2020-08-30T15:46:15.092" v="10651" actId="1076"/>
          <ac:cxnSpMkLst>
            <pc:docMk/>
            <pc:sldMk cId="3513775938" sldId="762"/>
            <ac:cxnSpMk id="72" creationId="{0A323D40-C76C-4164-A30E-E1D2A6921910}"/>
          </ac:cxnSpMkLst>
        </pc:cxnChg>
      </pc:sldChg>
      <pc:sldChg chg="addSp delSp modSp add mod">
        <pc:chgData name="김 태환" userId="37bdad49bf29bd97" providerId="LiveId" clId="{D3DF9AA7-87D4-4521-97A8-27884D41F730}" dt="2020-08-30T16:10:47.134" v="11309" actId="14100"/>
        <pc:sldMkLst>
          <pc:docMk/>
          <pc:sldMk cId="3513792667" sldId="763"/>
        </pc:sldMkLst>
        <pc:spChg chg="mod">
          <ac:chgData name="김 태환" userId="37bdad49bf29bd97" providerId="LiveId" clId="{D3DF9AA7-87D4-4521-97A8-27884D41F730}" dt="2020-08-30T16:09:50.291" v="11067"/>
          <ac:spMkLst>
            <pc:docMk/>
            <pc:sldMk cId="3513792667" sldId="763"/>
            <ac:spMk id="2" creationId="{1A8CC5BE-6642-4BF2-A940-33972EBB8F04}"/>
          </ac:spMkLst>
        </pc:spChg>
        <pc:spChg chg="add mod">
          <ac:chgData name="김 태환" userId="37bdad49bf29bd97" providerId="LiveId" clId="{D3DF9AA7-87D4-4521-97A8-27884D41F730}" dt="2020-08-30T16:10:33.399" v="11301" actId="20577"/>
          <ac:spMkLst>
            <pc:docMk/>
            <pc:sldMk cId="3513792667" sldId="763"/>
            <ac:spMk id="6" creationId="{EF4BF50D-633F-4C93-9619-FBADE31D982F}"/>
          </ac:spMkLst>
        </pc:spChg>
        <pc:spChg chg="del">
          <ac:chgData name="김 태환" userId="37bdad49bf29bd97" providerId="LiveId" clId="{D3DF9AA7-87D4-4521-97A8-27884D41F730}" dt="2020-08-30T16:07:48.023" v="10806" actId="478"/>
          <ac:spMkLst>
            <pc:docMk/>
            <pc:sldMk cId="3513792667" sldId="763"/>
            <ac:spMk id="10" creationId="{B21C0AEA-B541-40A2-B2F6-56FDA62FE46E}"/>
          </ac:spMkLst>
        </pc:spChg>
        <pc:spChg chg="add mod">
          <ac:chgData name="김 태환" userId="37bdad49bf29bd97" providerId="LiveId" clId="{D3DF9AA7-87D4-4521-97A8-27884D41F730}" dt="2020-08-30T16:10:47.134" v="11309" actId="14100"/>
          <ac:spMkLst>
            <pc:docMk/>
            <pc:sldMk cId="3513792667" sldId="763"/>
            <ac:spMk id="12" creationId="{4299CE7D-71E5-4028-BDF1-9DB1A556DEA6}"/>
          </ac:spMkLst>
        </pc:spChg>
        <pc:spChg chg="del">
          <ac:chgData name="김 태환" userId="37bdad49bf29bd97" providerId="LiveId" clId="{D3DF9AA7-87D4-4521-97A8-27884D41F730}" dt="2020-08-30T16:07:51.398" v="10808" actId="478"/>
          <ac:spMkLst>
            <pc:docMk/>
            <pc:sldMk cId="3513792667" sldId="763"/>
            <ac:spMk id="23" creationId="{36E851B8-CC2D-4ECF-ABDD-43040E751314}"/>
          </ac:spMkLst>
        </pc:spChg>
        <pc:picChg chg="add mod">
          <ac:chgData name="김 태환" userId="37bdad49bf29bd97" providerId="LiveId" clId="{D3DF9AA7-87D4-4521-97A8-27884D41F730}" dt="2020-08-30T16:09:10.689" v="10811" actId="1076"/>
          <ac:picMkLst>
            <pc:docMk/>
            <pc:sldMk cId="3513792667" sldId="763"/>
            <ac:picMk id="5" creationId="{8509BE12-5762-4100-A7D6-391855AFF70C}"/>
          </ac:picMkLst>
        </pc:picChg>
        <pc:picChg chg="del">
          <ac:chgData name="김 태환" userId="37bdad49bf29bd97" providerId="LiveId" clId="{D3DF9AA7-87D4-4521-97A8-27884D41F730}" dt="2020-08-30T16:07:49.612" v="10807" actId="478"/>
          <ac:picMkLst>
            <pc:docMk/>
            <pc:sldMk cId="3513792667" sldId="763"/>
            <ac:picMk id="9" creationId="{4173ABD2-317B-4D56-9799-E349A37FD52A}"/>
          </ac:picMkLst>
        </pc:picChg>
      </pc:sldChg>
      <pc:sldChg chg="addSp delSp modSp add mod">
        <pc:chgData name="김 태환" userId="37bdad49bf29bd97" providerId="LiveId" clId="{D3DF9AA7-87D4-4521-97A8-27884D41F730}" dt="2020-08-30T16:20:20.082" v="11955" actId="14100"/>
        <pc:sldMkLst>
          <pc:docMk/>
          <pc:sldMk cId="2236708699" sldId="764"/>
        </pc:sldMkLst>
        <pc:spChg chg="del">
          <ac:chgData name="김 태환" userId="37bdad49bf29bd97" providerId="LiveId" clId="{D3DF9AA7-87D4-4521-97A8-27884D41F730}" dt="2020-08-30T16:10:59.911" v="11314" actId="478"/>
          <ac:spMkLst>
            <pc:docMk/>
            <pc:sldMk cId="2236708699" sldId="764"/>
            <ac:spMk id="2" creationId="{1A8CC5BE-6642-4BF2-A940-33972EBB8F04}"/>
          </ac:spMkLst>
        </pc:spChg>
        <pc:spChg chg="del">
          <ac:chgData name="김 태환" userId="37bdad49bf29bd97" providerId="LiveId" clId="{D3DF9AA7-87D4-4521-97A8-27884D41F730}" dt="2020-08-30T16:10:58.335" v="11313" actId="478"/>
          <ac:spMkLst>
            <pc:docMk/>
            <pc:sldMk cId="2236708699" sldId="764"/>
            <ac:spMk id="6" creationId="{EF4BF50D-633F-4C93-9619-FBADE31D982F}"/>
          </ac:spMkLst>
        </pc:spChg>
        <pc:spChg chg="mod">
          <ac:chgData name="김 태환" userId="37bdad49bf29bd97" providerId="LiveId" clId="{D3DF9AA7-87D4-4521-97A8-27884D41F730}" dt="2020-08-30T16:15:26.464" v="11556" actId="1076"/>
          <ac:spMkLst>
            <pc:docMk/>
            <pc:sldMk cId="2236708699" sldId="764"/>
            <ac:spMk id="8" creationId="{00000000-0000-0000-0000-000000000000}"/>
          </ac:spMkLst>
        </pc:spChg>
        <pc:spChg chg="add mod">
          <ac:chgData name="김 태환" userId="37bdad49bf29bd97" providerId="LiveId" clId="{D3DF9AA7-87D4-4521-97A8-27884D41F730}" dt="2020-08-30T16:15:31.853" v="11557" actId="1076"/>
          <ac:spMkLst>
            <pc:docMk/>
            <pc:sldMk cId="2236708699" sldId="764"/>
            <ac:spMk id="11" creationId="{0A4149E8-543A-4D34-AAE5-D82B9CC1415E}"/>
          </ac:spMkLst>
        </pc:spChg>
        <pc:spChg chg="del">
          <ac:chgData name="김 태환" userId="37bdad49bf29bd97" providerId="LiveId" clId="{D3DF9AA7-87D4-4521-97A8-27884D41F730}" dt="2020-08-30T16:10:56.159" v="11312" actId="478"/>
          <ac:spMkLst>
            <pc:docMk/>
            <pc:sldMk cId="2236708699" sldId="764"/>
            <ac:spMk id="12" creationId="{4299CE7D-71E5-4028-BDF1-9DB1A556DEA6}"/>
          </ac:spMkLst>
        </pc:spChg>
        <pc:spChg chg="add mod">
          <ac:chgData name="김 태환" userId="37bdad49bf29bd97" providerId="LiveId" clId="{D3DF9AA7-87D4-4521-97A8-27884D41F730}" dt="2020-08-30T16:15:31.853" v="11557" actId="1076"/>
          <ac:spMkLst>
            <pc:docMk/>
            <pc:sldMk cId="2236708699" sldId="764"/>
            <ac:spMk id="15" creationId="{F563BD3D-B726-4232-A456-F8F83D15F253}"/>
          </ac:spMkLst>
        </pc:spChg>
        <pc:spChg chg="add mod">
          <ac:chgData name="김 태환" userId="37bdad49bf29bd97" providerId="LiveId" clId="{D3DF9AA7-87D4-4521-97A8-27884D41F730}" dt="2020-08-30T16:15:31.853" v="11557" actId="1076"/>
          <ac:spMkLst>
            <pc:docMk/>
            <pc:sldMk cId="2236708699" sldId="764"/>
            <ac:spMk id="16" creationId="{8C9E25A1-9B67-47A2-AAD4-28EAE3664750}"/>
          </ac:spMkLst>
        </pc:spChg>
        <pc:spChg chg="add mod">
          <ac:chgData name="김 태환" userId="37bdad49bf29bd97" providerId="LiveId" clId="{D3DF9AA7-87D4-4521-97A8-27884D41F730}" dt="2020-08-30T16:15:31.853" v="11557" actId="1076"/>
          <ac:spMkLst>
            <pc:docMk/>
            <pc:sldMk cId="2236708699" sldId="764"/>
            <ac:spMk id="17" creationId="{599F03D8-80BC-43B7-9DE9-426ABD381CF0}"/>
          </ac:spMkLst>
        </pc:spChg>
        <pc:spChg chg="add mod">
          <ac:chgData name="김 태환" userId="37bdad49bf29bd97" providerId="LiveId" clId="{D3DF9AA7-87D4-4521-97A8-27884D41F730}" dt="2020-08-30T16:15:31.853" v="11557" actId="1076"/>
          <ac:spMkLst>
            <pc:docMk/>
            <pc:sldMk cId="2236708699" sldId="764"/>
            <ac:spMk id="19" creationId="{CF3F4F91-44F9-4D4B-81F1-1757FBCF05C1}"/>
          </ac:spMkLst>
        </pc:spChg>
        <pc:spChg chg="add mod">
          <ac:chgData name="김 태환" userId="37bdad49bf29bd97" providerId="LiveId" clId="{D3DF9AA7-87D4-4521-97A8-27884D41F730}" dt="2020-08-30T16:17:04.467" v="11681" actId="14100"/>
          <ac:spMkLst>
            <pc:docMk/>
            <pc:sldMk cId="2236708699" sldId="764"/>
            <ac:spMk id="21" creationId="{80E34111-BA8F-4C24-A606-AB062189B80F}"/>
          </ac:spMkLst>
        </pc:spChg>
        <pc:spChg chg="add mod">
          <ac:chgData name="김 태환" userId="37bdad49bf29bd97" providerId="LiveId" clId="{D3DF9AA7-87D4-4521-97A8-27884D41F730}" dt="2020-08-30T16:17:24.447" v="11687" actId="1038"/>
          <ac:spMkLst>
            <pc:docMk/>
            <pc:sldMk cId="2236708699" sldId="764"/>
            <ac:spMk id="23" creationId="{D6C70CD1-3586-4EC7-A42F-0FFA17044ABF}"/>
          </ac:spMkLst>
        </pc:spChg>
        <pc:spChg chg="add mod">
          <ac:chgData name="김 태환" userId="37bdad49bf29bd97" providerId="LiveId" clId="{D3DF9AA7-87D4-4521-97A8-27884D41F730}" dt="2020-08-30T16:20:07.504" v="11949" actId="1076"/>
          <ac:spMkLst>
            <pc:docMk/>
            <pc:sldMk cId="2236708699" sldId="764"/>
            <ac:spMk id="25" creationId="{DBD9A9EB-B786-4169-94C2-9B1946081193}"/>
          </ac:spMkLst>
        </pc:spChg>
        <pc:spChg chg="add mod">
          <ac:chgData name="김 태환" userId="37bdad49bf29bd97" providerId="LiveId" clId="{D3DF9AA7-87D4-4521-97A8-27884D41F730}" dt="2020-08-30T16:20:07.504" v="11949" actId="1076"/>
          <ac:spMkLst>
            <pc:docMk/>
            <pc:sldMk cId="2236708699" sldId="764"/>
            <ac:spMk id="26" creationId="{D0AE094D-403F-4511-BE48-F1812F522858}"/>
          </ac:spMkLst>
        </pc:spChg>
        <pc:spChg chg="add mod">
          <ac:chgData name="김 태환" userId="37bdad49bf29bd97" providerId="LiveId" clId="{D3DF9AA7-87D4-4521-97A8-27884D41F730}" dt="2020-08-30T16:20:07.504" v="11949" actId="1076"/>
          <ac:spMkLst>
            <pc:docMk/>
            <pc:sldMk cId="2236708699" sldId="764"/>
            <ac:spMk id="27" creationId="{D5108DC2-40B4-4FFB-AA57-1D5A7C6414B2}"/>
          </ac:spMkLst>
        </pc:spChg>
        <pc:spChg chg="add mod">
          <ac:chgData name="김 태환" userId="37bdad49bf29bd97" providerId="LiveId" clId="{D3DF9AA7-87D4-4521-97A8-27884D41F730}" dt="2020-08-30T16:20:07.504" v="11949" actId="1076"/>
          <ac:spMkLst>
            <pc:docMk/>
            <pc:sldMk cId="2236708699" sldId="764"/>
            <ac:spMk id="28" creationId="{8F7096A9-1C1B-4575-BE4F-2BB2E95ACB9A}"/>
          </ac:spMkLst>
        </pc:spChg>
        <pc:spChg chg="add mod">
          <ac:chgData name="김 태환" userId="37bdad49bf29bd97" providerId="LiveId" clId="{D3DF9AA7-87D4-4521-97A8-27884D41F730}" dt="2020-08-30T16:20:07.504" v="11949" actId="1076"/>
          <ac:spMkLst>
            <pc:docMk/>
            <pc:sldMk cId="2236708699" sldId="764"/>
            <ac:spMk id="29" creationId="{DEE37993-5F5F-4E63-BC5E-99A998572F8E}"/>
          </ac:spMkLst>
        </pc:spChg>
        <pc:spChg chg="add mod">
          <ac:chgData name="김 태환" userId="37bdad49bf29bd97" providerId="LiveId" clId="{D3DF9AA7-87D4-4521-97A8-27884D41F730}" dt="2020-08-30T16:18:17.062" v="11780" actId="14100"/>
          <ac:spMkLst>
            <pc:docMk/>
            <pc:sldMk cId="2236708699" sldId="764"/>
            <ac:spMk id="51" creationId="{F935D4EC-45BF-4C4C-BA50-070C3918BB5F}"/>
          </ac:spMkLst>
        </pc:spChg>
        <pc:spChg chg="add mod">
          <ac:chgData name="김 태환" userId="37bdad49bf29bd97" providerId="LiveId" clId="{D3DF9AA7-87D4-4521-97A8-27884D41F730}" dt="2020-08-30T16:18:11.639" v="11778" actId="14100"/>
          <ac:spMkLst>
            <pc:docMk/>
            <pc:sldMk cId="2236708699" sldId="764"/>
            <ac:spMk id="53" creationId="{8EF5AE0B-468F-4C53-9AA8-84DAEB9A1334}"/>
          </ac:spMkLst>
        </pc:spChg>
        <pc:spChg chg="add mod">
          <ac:chgData name="김 태환" userId="37bdad49bf29bd97" providerId="LiveId" clId="{D3DF9AA7-87D4-4521-97A8-27884D41F730}" dt="2020-08-30T16:19:42.660" v="11947" actId="207"/>
          <ac:spMkLst>
            <pc:docMk/>
            <pc:sldMk cId="2236708699" sldId="764"/>
            <ac:spMk id="55" creationId="{BFF252E8-E5B2-4EEC-9E3A-26EA845AED3E}"/>
          </ac:spMkLst>
        </pc:spChg>
        <pc:picChg chg="del">
          <ac:chgData name="김 태환" userId="37bdad49bf29bd97" providerId="LiveId" clId="{D3DF9AA7-87D4-4521-97A8-27884D41F730}" dt="2020-08-30T16:10:56.159" v="11312" actId="478"/>
          <ac:picMkLst>
            <pc:docMk/>
            <pc:sldMk cId="2236708699" sldId="764"/>
            <ac:picMk id="5" creationId="{8509BE12-5762-4100-A7D6-391855AFF70C}"/>
          </ac:picMkLst>
        </pc:picChg>
        <pc:picChg chg="add del mod">
          <ac:chgData name="김 태환" userId="37bdad49bf29bd97" providerId="LiveId" clId="{D3DF9AA7-87D4-4521-97A8-27884D41F730}" dt="2020-08-30T16:11:13.470" v="11316" actId="478"/>
          <ac:picMkLst>
            <pc:docMk/>
            <pc:sldMk cId="2236708699" sldId="764"/>
            <ac:picMk id="9" creationId="{7C07E81B-0110-44F2-9B19-18575F315B22}"/>
          </ac:picMkLst>
        </pc:picChg>
        <pc:picChg chg="add mod">
          <ac:chgData name="김 태환" userId="37bdad49bf29bd97" providerId="LiveId" clId="{D3DF9AA7-87D4-4521-97A8-27884D41F730}" dt="2020-08-30T16:15:31.853" v="11557" actId="1076"/>
          <ac:picMkLst>
            <pc:docMk/>
            <pc:sldMk cId="2236708699" sldId="764"/>
            <ac:picMk id="10" creationId="{30ECC0B7-506C-4D32-8E0B-ED527B1039F0}"/>
          </ac:picMkLst>
        </pc:picChg>
        <pc:cxnChg chg="add mod">
          <ac:chgData name="김 태환" userId="37bdad49bf29bd97" providerId="LiveId" clId="{D3DF9AA7-87D4-4521-97A8-27884D41F730}" dt="2020-08-30T16:20:17.748" v="11954" actId="14100"/>
          <ac:cxnSpMkLst>
            <pc:docMk/>
            <pc:sldMk cId="2236708699" sldId="764"/>
            <ac:cxnSpMk id="30" creationId="{3B9C35B2-0329-4D9B-A982-E9876C224D53}"/>
          </ac:cxnSpMkLst>
        </pc:cxnChg>
        <pc:cxnChg chg="add mod">
          <ac:chgData name="김 태환" userId="37bdad49bf29bd97" providerId="LiveId" clId="{D3DF9AA7-87D4-4521-97A8-27884D41F730}" dt="2020-08-30T16:20:20.082" v="11955" actId="14100"/>
          <ac:cxnSpMkLst>
            <pc:docMk/>
            <pc:sldMk cId="2236708699" sldId="764"/>
            <ac:cxnSpMk id="33" creationId="{5E223B4C-8D42-4921-B3FE-8B9151D5EF60}"/>
          </ac:cxnSpMkLst>
        </pc:cxnChg>
        <pc:cxnChg chg="add mod">
          <ac:chgData name="김 태환" userId="37bdad49bf29bd97" providerId="LiveId" clId="{D3DF9AA7-87D4-4521-97A8-27884D41F730}" dt="2020-08-30T16:20:07.504" v="11949" actId="1076"/>
          <ac:cxnSpMkLst>
            <pc:docMk/>
            <pc:sldMk cId="2236708699" sldId="764"/>
            <ac:cxnSpMk id="37" creationId="{34F1A258-7AF2-4DC2-A950-5AE867EFEB3A}"/>
          </ac:cxnSpMkLst>
        </pc:cxnChg>
        <pc:cxnChg chg="add mod">
          <ac:chgData name="김 태환" userId="37bdad49bf29bd97" providerId="LiveId" clId="{D3DF9AA7-87D4-4521-97A8-27884D41F730}" dt="2020-08-30T16:20:07.504" v="11949" actId="1076"/>
          <ac:cxnSpMkLst>
            <pc:docMk/>
            <pc:sldMk cId="2236708699" sldId="764"/>
            <ac:cxnSpMk id="41" creationId="{3C4E6134-90D4-4BE9-BD4C-92284745A903}"/>
          </ac:cxnSpMkLst>
        </pc:cxnChg>
        <pc:cxnChg chg="add mod">
          <ac:chgData name="김 태환" userId="37bdad49bf29bd97" providerId="LiveId" clId="{D3DF9AA7-87D4-4521-97A8-27884D41F730}" dt="2020-08-30T16:20:07.504" v="11949" actId="1076"/>
          <ac:cxnSpMkLst>
            <pc:docMk/>
            <pc:sldMk cId="2236708699" sldId="764"/>
            <ac:cxnSpMk id="46" creationId="{0B4C04EE-EC97-4EEA-9EBF-F3270F95ECCA}"/>
          </ac:cxnSpMkLst>
        </pc:cxnChg>
      </pc:sldChg>
      <pc:sldChg chg="modSp add mod">
        <pc:chgData name="김 태환" userId="37bdad49bf29bd97" providerId="LiveId" clId="{D3DF9AA7-87D4-4521-97A8-27884D41F730}" dt="2020-08-30T16:26:36.944" v="12706" actId="20577"/>
        <pc:sldMkLst>
          <pc:docMk/>
          <pc:sldMk cId="1241563521" sldId="765"/>
        </pc:sldMkLst>
        <pc:spChg chg="mod">
          <ac:chgData name="김 태환" userId="37bdad49bf29bd97" providerId="LiveId" clId="{D3DF9AA7-87D4-4521-97A8-27884D41F730}" dt="2020-08-30T16:23:33.103" v="12356" actId="207"/>
          <ac:spMkLst>
            <pc:docMk/>
            <pc:sldMk cId="1241563521" sldId="765"/>
            <ac:spMk id="2" creationId="{1A8CC5BE-6642-4BF2-A940-33972EBB8F04}"/>
          </ac:spMkLst>
        </pc:spChg>
        <pc:spChg chg="mod">
          <ac:chgData name="김 태환" userId="37bdad49bf29bd97" providerId="LiveId" clId="{D3DF9AA7-87D4-4521-97A8-27884D41F730}" dt="2020-08-30T16:26:36.944" v="12706" actId="20577"/>
          <ac:spMkLst>
            <pc:docMk/>
            <pc:sldMk cId="1241563521" sldId="765"/>
            <ac:spMk id="6" creationId="{EF4BF50D-633F-4C93-9619-FBADE31D982F}"/>
          </ac:spMkLst>
        </pc:spChg>
        <pc:spChg chg="mod">
          <ac:chgData name="김 태환" userId="37bdad49bf29bd97" providerId="LiveId" clId="{D3DF9AA7-87D4-4521-97A8-27884D41F730}" dt="2020-08-30T16:23:20.402" v="12355" actId="14100"/>
          <ac:spMkLst>
            <pc:docMk/>
            <pc:sldMk cId="1241563521" sldId="765"/>
            <ac:spMk id="12" creationId="{4299CE7D-71E5-4028-BDF1-9DB1A556DEA6}"/>
          </ac:spMkLst>
        </pc:spChg>
      </pc:sldChg>
      <pc:sldChg chg="addSp delSp modSp add mod">
        <pc:chgData name="김 태환" userId="37bdad49bf29bd97" providerId="LiveId" clId="{D3DF9AA7-87D4-4521-97A8-27884D41F730}" dt="2020-08-30T16:29:37.141" v="12970"/>
        <pc:sldMkLst>
          <pc:docMk/>
          <pc:sldMk cId="2037289781" sldId="766"/>
        </pc:sldMkLst>
        <pc:spChg chg="mod">
          <ac:chgData name="김 태환" userId="37bdad49bf29bd97" providerId="LiveId" clId="{D3DF9AA7-87D4-4521-97A8-27884D41F730}" dt="2020-08-30T16:29:37.141" v="12970"/>
          <ac:spMkLst>
            <pc:docMk/>
            <pc:sldMk cId="2037289781" sldId="766"/>
            <ac:spMk id="2" creationId="{1A8CC5BE-6642-4BF2-A940-33972EBB8F04}"/>
          </ac:spMkLst>
        </pc:spChg>
        <pc:spChg chg="del">
          <ac:chgData name="김 태환" userId="37bdad49bf29bd97" providerId="LiveId" clId="{D3DF9AA7-87D4-4521-97A8-27884D41F730}" dt="2020-08-30T16:26:46.407" v="12710" actId="478"/>
          <ac:spMkLst>
            <pc:docMk/>
            <pc:sldMk cId="2037289781" sldId="766"/>
            <ac:spMk id="6" creationId="{EF4BF50D-633F-4C93-9619-FBADE31D982F}"/>
          </ac:spMkLst>
        </pc:spChg>
        <pc:spChg chg="add mod">
          <ac:chgData name="김 태환" userId="37bdad49bf29bd97" providerId="LiveId" clId="{D3DF9AA7-87D4-4521-97A8-27884D41F730}" dt="2020-08-30T16:27:52.783" v="12728" actId="164"/>
          <ac:spMkLst>
            <pc:docMk/>
            <pc:sldMk cId="2037289781" sldId="766"/>
            <ac:spMk id="10" creationId="{BCF5B724-0677-4232-B085-BA3DF697D71D}"/>
          </ac:spMkLst>
        </pc:spChg>
        <pc:spChg chg="del">
          <ac:chgData name="김 태환" userId="37bdad49bf29bd97" providerId="LiveId" clId="{D3DF9AA7-87D4-4521-97A8-27884D41F730}" dt="2020-08-30T16:26:45.374" v="12709" actId="478"/>
          <ac:spMkLst>
            <pc:docMk/>
            <pc:sldMk cId="2037289781" sldId="766"/>
            <ac:spMk id="12" creationId="{4299CE7D-71E5-4028-BDF1-9DB1A556DEA6}"/>
          </ac:spMkLst>
        </pc:spChg>
        <pc:spChg chg="add mod">
          <ac:chgData name="김 태환" userId="37bdad49bf29bd97" providerId="LiveId" clId="{D3DF9AA7-87D4-4521-97A8-27884D41F730}" dt="2020-08-30T16:27:52.783" v="12728" actId="164"/>
          <ac:spMkLst>
            <pc:docMk/>
            <pc:sldMk cId="2037289781" sldId="766"/>
            <ac:spMk id="14" creationId="{838D3909-BC18-447B-8070-61704F56A824}"/>
          </ac:spMkLst>
        </pc:spChg>
        <pc:spChg chg="add mod">
          <ac:chgData name="김 태환" userId="37bdad49bf29bd97" providerId="LiveId" clId="{D3DF9AA7-87D4-4521-97A8-27884D41F730}" dt="2020-08-30T16:28:53.365" v="12864"/>
          <ac:spMkLst>
            <pc:docMk/>
            <pc:sldMk cId="2037289781" sldId="766"/>
            <ac:spMk id="16" creationId="{903929F4-FF91-4940-B74D-9C231E93AD5D}"/>
          </ac:spMkLst>
        </pc:spChg>
        <pc:spChg chg="add mod">
          <ac:chgData name="김 태환" userId="37bdad49bf29bd97" providerId="LiveId" clId="{D3DF9AA7-87D4-4521-97A8-27884D41F730}" dt="2020-08-30T16:28:49.498" v="12849" actId="14100"/>
          <ac:spMkLst>
            <pc:docMk/>
            <pc:sldMk cId="2037289781" sldId="766"/>
            <ac:spMk id="25" creationId="{A5E29739-22C4-4FA2-B56D-9937EC385FBE}"/>
          </ac:spMkLst>
        </pc:spChg>
        <pc:grpChg chg="add mod">
          <ac:chgData name="김 태환" userId="37bdad49bf29bd97" providerId="LiveId" clId="{D3DF9AA7-87D4-4521-97A8-27884D41F730}" dt="2020-08-30T16:27:56.641" v="12729" actId="1076"/>
          <ac:grpSpMkLst>
            <pc:docMk/>
            <pc:sldMk cId="2037289781" sldId="766"/>
            <ac:grpSpMk id="17" creationId="{C584631A-CFA7-490D-B5CD-5A087DFC751E}"/>
          </ac:grpSpMkLst>
        </pc:grpChg>
        <pc:picChg chg="del">
          <ac:chgData name="김 태환" userId="37bdad49bf29bd97" providerId="LiveId" clId="{D3DF9AA7-87D4-4521-97A8-27884D41F730}" dt="2020-08-30T16:26:44.023" v="12708" actId="478"/>
          <ac:picMkLst>
            <pc:docMk/>
            <pc:sldMk cId="2037289781" sldId="766"/>
            <ac:picMk id="5" creationId="{8509BE12-5762-4100-A7D6-391855AFF70C}"/>
          </ac:picMkLst>
        </pc:picChg>
        <pc:picChg chg="add mod">
          <ac:chgData name="김 태환" userId="37bdad49bf29bd97" providerId="LiveId" clId="{D3DF9AA7-87D4-4521-97A8-27884D41F730}" dt="2020-08-30T16:27:52.783" v="12728" actId="164"/>
          <ac:picMkLst>
            <pc:docMk/>
            <pc:sldMk cId="2037289781" sldId="766"/>
            <ac:picMk id="9" creationId="{F8A2F9E4-149E-4DA8-8212-FD9424E6BD4D}"/>
          </ac:picMkLst>
        </pc:picChg>
        <pc:cxnChg chg="add mod">
          <ac:chgData name="김 태환" userId="37bdad49bf29bd97" providerId="LiveId" clId="{D3DF9AA7-87D4-4521-97A8-27884D41F730}" dt="2020-08-30T16:28:08.816" v="12733" actId="14100"/>
          <ac:cxnSpMkLst>
            <pc:docMk/>
            <pc:sldMk cId="2037289781" sldId="766"/>
            <ac:cxnSpMk id="18" creationId="{073357B0-6FB3-47B5-AC00-D4E90B3C0678}"/>
          </ac:cxnSpMkLst>
        </pc:cxnChg>
        <pc:cxnChg chg="add mod">
          <ac:chgData name="김 태환" userId="37bdad49bf29bd97" providerId="LiveId" clId="{D3DF9AA7-87D4-4521-97A8-27884D41F730}" dt="2020-08-30T16:29:08.525" v="12867" actId="14100"/>
          <ac:cxnSpMkLst>
            <pc:docMk/>
            <pc:sldMk cId="2037289781" sldId="766"/>
            <ac:cxnSpMk id="21" creationId="{D74C1F1B-6CA3-4963-804A-D4FD8450E6B0}"/>
          </ac:cxnSpMkLst>
        </pc:cxnChg>
      </pc:sldChg>
      <pc:sldChg chg="addSp delSp modSp add mod">
        <pc:chgData name="김 태환" userId="37bdad49bf29bd97" providerId="LiveId" clId="{D3DF9AA7-87D4-4521-97A8-27884D41F730}" dt="2020-08-30T16:34:35.198" v="13348" actId="1076"/>
        <pc:sldMkLst>
          <pc:docMk/>
          <pc:sldMk cId="833425764" sldId="767"/>
        </pc:sldMkLst>
        <pc:spChg chg="add del mod">
          <ac:chgData name="김 태환" userId="37bdad49bf29bd97" providerId="LiveId" clId="{D3DF9AA7-87D4-4521-97A8-27884D41F730}" dt="2020-08-30T16:30:22.446" v="12982" actId="478"/>
          <ac:spMkLst>
            <pc:docMk/>
            <pc:sldMk cId="833425764" sldId="767"/>
            <ac:spMk id="11" creationId="{991CFBA7-162C-4016-8453-45E3AA360EB4}"/>
          </ac:spMkLst>
        </pc:spChg>
        <pc:spChg chg="add mod">
          <ac:chgData name="김 태환" userId="37bdad49bf29bd97" providerId="LiveId" clId="{D3DF9AA7-87D4-4521-97A8-27884D41F730}" dt="2020-08-30T16:34:35.198" v="13348" actId="1076"/>
          <ac:spMkLst>
            <pc:docMk/>
            <pc:sldMk cId="833425764" sldId="767"/>
            <ac:spMk id="15" creationId="{ACAF8DE8-DF26-4168-84C5-74A2F0FDC41F}"/>
          </ac:spMkLst>
        </pc:spChg>
        <pc:spChg chg="del">
          <ac:chgData name="김 태환" userId="37bdad49bf29bd97" providerId="LiveId" clId="{D3DF9AA7-87D4-4521-97A8-27884D41F730}" dt="2020-08-30T16:29:19.054" v="12869" actId="478"/>
          <ac:spMkLst>
            <pc:docMk/>
            <pc:sldMk cId="833425764" sldId="767"/>
            <ac:spMk id="16" creationId="{903929F4-FF91-4940-B74D-9C231E93AD5D}"/>
          </ac:spMkLst>
        </pc:spChg>
        <pc:spChg chg="add mod">
          <ac:chgData name="김 태환" userId="37bdad49bf29bd97" providerId="LiveId" clId="{D3DF9AA7-87D4-4521-97A8-27884D41F730}" dt="2020-08-30T16:34:35.198" v="13348" actId="1076"/>
          <ac:spMkLst>
            <pc:docMk/>
            <pc:sldMk cId="833425764" sldId="767"/>
            <ac:spMk id="19" creationId="{18C2C062-9B02-4D3E-A9E0-501268E848C7}"/>
          </ac:spMkLst>
        </pc:spChg>
        <pc:spChg chg="del">
          <ac:chgData name="김 태환" userId="37bdad49bf29bd97" providerId="LiveId" clId="{D3DF9AA7-87D4-4521-97A8-27884D41F730}" dt="2020-08-30T16:29:19.054" v="12869" actId="478"/>
          <ac:spMkLst>
            <pc:docMk/>
            <pc:sldMk cId="833425764" sldId="767"/>
            <ac:spMk id="25" creationId="{A5E29739-22C4-4FA2-B56D-9937EC385FBE}"/>
          </ac:spMkLst>
        </pc:spChg>
        <pc:spChg chg="add mod">
          <ac:chgData name="김 태환" userId="37bdad49bf29bd97" providerId="LiveId" clId="{D3DF9AA7-87D4-4521-97A8-27884D41F730}" dt="2020-08-30T16:34:35.198" v="13348" actId="1076"/>
          <ac:spMkLst>
            <pc:docMk/>
            <pc:sldMk cId="833425764" sldId="767"/>
            <ac:spMk id="30" creationId="{6EF09CF6-163B-4B6D-B842-8B275954A62C}"/>
          </ac:spMkLst>
        </pc:spChg>
        <pc:spChg chg="add mod">
          <ac:chgData name="김 태환" userId="37bdad49bf29bd97" providerId="LiveId" clId="{D3DF9AA7-87D4-4521-97A8-27884D41F730}" dt="2020-08-30T16:34:35.198" v="13348" actId="1076"/>
          <ac:spMkLst>
            <pc:docMk/>
            <pc:sldMk cId="833425764" sldId="767"/>
            <ac:spMk id="40" creationId="{93E6308D-1471-4BD7-A8B4-50285EBB4B3A}"/>
          </ac:spMkLst>
        </pc:spChg>
        <pc:spChg chg="add mod">
          <ac:chgData name="김 태환" userId="37bdad49bf29bd97" providerId="LiveId" clId="{D3DF9AA7-87D4-4521-97A8-27884D41F730}" dt="2020-08-30T16:34:35.198" v="13348" actId="1076"/>
          <ac:spMkLst>
            <pc:docMk/>
            <pc:sldMk cId="833425764" sldId="767"/>
            <ac:spMk id="53" creationId="{DECEE88A-7294-49D0-93CE-1190D931FF0E}"/>
          </ac:spMkLst>
        </pc:spChg>
        <pc:spChg chg="add mod">
          <ac:chgData name="김 태환" userId="37bdad49bf29bd97" providerId="LiveId" clId="{D3DF9AA7-87D4-4521-97A8-27884D41F730}" dt="2020-08-30T16:34:35.198" v="13348" actId="1076"/>
          <ac:spMkLst>
            <pc:docMk/>
            <pc:sldMk cId="833425764" sldId="767"/>
            <ac:spMk id="55" creationId="{FEE3A82F-068E-44C1-A94E-185AB6626B07}"/>
          </ac:spMkLst>
        </pc:spChg>
        <pc:grpChg chg="del">
          <ac:chgData name="김 태환" userId="37bdad49bf29bd97" providerId="LiveId" clId="{D3DF9AA7-87D4-4521-97A8-27884D41F730}" dt="2020-08-30T16:29:19.054" v="12869" actId="478"/>
          <ac:grpSpMkLst>
            <pc:docMk/>
            <pc:sldMk cId="833425764" sldId="767"/>
            <ac:grpSpMk id="17" creationId="{C584631A-CFA7-490D-B5CD-5A087DFC751E}"/>
          </ac:grpSpMkLst>
        </pc:grpChg>
        <pc:picChg chg="add del mod">
          <ac:chgData name="김 태환" userId="37bdad49bf29bd97" providerId="LiveId" clId="{D3DF9AA7-87D4-4521-97A8-27884D41F730}" dt="2020-08-30T16:30:20.815" v="12981" actId="478"/>
          <ac:picMkLst>
            <pc:docMk/>
            <pc:sldMk cId="833425764" sldId="767"/>
            <ac:picMk id="5" creationId="{83BE1200-DD9F-4CDA-BEB4-89F6142F3474}"/>
          </ac:picMkLst>
        </pc:picChg>
        <pc:picChg chg="add del">
          <ac:chgData name="김 태환" userId="37bdad49bf29bd97" providerId="LiveId" clId="{D3DF9AA7-87D4-4521-97A8-27884D41F730}" dt="2020-08-30T16:30:09.808" v="12978" actId="22"/>
          <ac:picMkLst>
            <pc:docMk/>
            <pc:sldMk cId="833425764" sldId="767"/>
            <ac:picMk id="6" creationId="{CAFD8B58-5EA0-4C08-B34C-B1A6CC43B98D}"/>
          </ac:picMkLst>
        </pc:picChg>
        <pc:picChg chg="add mod ord">
          <ac:chgData name="김 태환" userId="37bdad49bf29bd97" providerId="LiveId" clId="{D3DF9AA7-87D4-4521-97A8-27884D41F730}" dt="2020-08-30T16:34:35.198" v="13348" actId="1076"/>
          <ac:picMkLst>
            <pc:docMk/>
            <pc:sldMk cId="833425764" sldId="767"/>
            <ac:picMk id="12" creationId="{01C63A63-15A8-4E83-A86C-98240C8B58C5}"/>
          </ac:picMkLst>
        </pc:picChg>
        <pc:picChg chg="add del">
          <ac:chgData name="김 태환" userId="37bdad49bf29bd97" providerId="LiveId" clId="{D3DF9AA7-87D4-4521-97A8-27884D41F730}" dt="2020-08-30T16:30:41.191" v="12989" actId="478"/>
          <ac:picMkLst>
            <pc:docMk/>
            <pc:sldMk cId="833425764" sldId="767"/>
            <ac:picMk id="13" creationId="{DC70CF1B-0312-4F49-8D4A-8D345F7692B5}"/>
          </ac:picMkLst>
        </pc:picChg>
        <pc:cxnChg chg="del mod">
          <ac:chgData name="김 태환" userId="37bdad49bf29bd97" providerId="LiveId" clId="{D3DF9AA7-87D4-4521-97A8-27884D41F730}" dt="2020-08-30T16:29:19.054" v="12869" actId="478"/>
          <ac:cxnSpMkLst>
            <pc:docMk/>
            <pc:sldMk cId="833425764" sldId="767"/>
            <ac:cxnSpMk id="18" creationId="{073357B0-6FB3-47B5-AC00-D4E90B3C0678}"/>
          </ac:cxnSpMkLst>
        </pc:cxnChg>
        <pc:cxnChg chg="add mod">
          <ac:chgData name="김 태환" userId="37bdad49bf29bd97" providerId="LiveId" clId="{D3DF9AA7-87D4-4521-97A8-27884D41F730}" dt="2020-08-30T16:34:35.198" v="13348" actId="1076"/>
          <ac:cxnSpMkLst>
            <pc:docMk/>
            <pc:sldMk cId="833425764" sldId="767"/>
            <ac:cxnSpMk id="20" creationId="{69B8E15C-7608-4C5D-B268-9F19C88E4840}"/>
          </ac:cxnSpMkLst>
        </pc:cxnChg>
        <pc:cxnChg chg="del mod">
          <ac:chgData name="김 태환" userId="37bdad49bf29bd97" providerId="LiveId" clId="{D3DF9AA7-87D4-4521-97A8-27884D41F730}" dt="2020-08-30T16:29:19.054" v="12869" actId="478"/>
          <ac:cxnSpMkLst>
            <pc:docMk/>
            <pc:sldMk cId="833425764" sldId="767"/>
            <ac:cxnSpMk id="21" creationId="{D74C1F1B-6CA3-4963-804A-D4FD8450E6B0}"/>
          </ac:cxnSpMkLst>
        </pc:cxnChg>
        <pc:cxnChg chg="add mod">
          <ac:chgData name="김 태환" userId="37bdad49bf29bd97" providerId="LiveId" clId="{D3DF9AA7-87D4-4521-97A8-27884D41F730}" dt="2020-08-30T16:34:35.198" v="13348" actId="1076"/>
          <ac:cxnSpMkLst>
            <pc:docMk/>
            <pc:sldMk cId="833425764" sldId="767"/>
            <ac:cxnSpMk id="31" creationId="{A59433C3-7EDD-4696-B0F6-7F9064654047}"/>
          </ac:cxnSpMkLst>
        </pc:cxnChg>
        <pc:cxnChg chg="add mod">
          <ac:chgData name="김 태환" userId="37bdad49bf29bd97" providerId="LiveId" clId="{D3DF9AA7-87D4-4521-97A8-27884D41F730}" dt="2020-08-30T16:34:35.198" v="13348" actId="1076"/>
          <ac:cxnSpMkLst>
            <pc:docMk/>
            <pc:sldMk cId="833425764" sldId="767"/>
            <ac:cxnSpMk id="56" creationId="{7DE863CD-BD3A-4AF0-8A08-33AFE04941F5}"/>
          </ac:cxnSpMkLst>
        </pc:cxnChg>
      </pc:sldChg>
      <pc:sldChg chg="addSp delSp modSp add mod">
        <pc:chgData name="김 태환" userId="37bdad49bf29bd97" providerId="LiveId" clId="{D3DF9AA7-87D4-4521-97A8-27884D41F730}" dt="2020-08-30T16:43:24.350" v="14126" actId="20577"/>
        <pc:sldMkLst>
          <pc:docMk/>
          <pc:sldMk cId="1412842359" sldId="768"/>
        </pc:sldMkLst>
        <pc:spChg chg="mod">
          <ac:chgData name="김 태환" userId="37bdad49bf29bd97" providerId="LiveId" clId="{D3DF9AA7-87D4-4521-97A8-27884D41F730}" dt="2020-08-30T16:36:07.582" v="13436"/>
          <ac:spMkLst>
            <pc:docMk/>
            <pc:sldMk cId="1412842359" sldId="768"/>
            <ac:spMk id="2" creationId="{1A8CC5BE-6642-4BF2-A940-33972EBB8F04}"/>
          </ac:spMkLst>
        </pc:spChg>
        <pc:spChg chg="add del mod">
          <ac:chgData name="김 태환" userId="37bdad49bf29bd97" providerId="LiveId" clId="{D3DF9AA7-87D4-4521-97A8-27884D41F730}" dt="2020-08-30T16:36:41.816" v="13447" actId="478"/>
          <ac:spMkLst>
            <pc:docMk/>
            <pc:sldMk cId="1412842359" sldId="768"/>
            <ac:spMk id="6" creationId="{1EA64F79-5684-4C50-AE6E-D707B841CBBF}"/>
          </ac:spMkLst>
        </pc:spChg>
        <pc:spChg chg="add mod">
          <ac:chgData name="김 태환" userId="37bdad49bf29bd97" providerId="LiveId" clId="{D3DF9AA7-87D4-4521-97A8-27884D41F730}" dt="2020-08-30T16:37:19.087" v="13456" actId="164"/>
          <ac:spMkLst>
            <pc:docMk/>
            <pc:sldMk cId="1412842359" sldId="768"/>
            <ac:spMk id="10" creationId="{FD191D39-40A9-4F3B-96B4-E60116CD59BE}"/>
          </ac:spMkLst>
        </pc:spChg>
        <pc:spChg chg="add mod">
          <ac:chgData name="김 태환" userId="37bdad49bf29bd97" providerId="LiveId" clId="{D3DF9AA7-87D4-4521-97A8-27884D41F730}" dt="2020-08-30T16:41:03.057" v="13953" actId="1076"/>
          <ac:spMkLst>
            <pc:docMk/>
            <pc:sldMk cId="1412842359" sldId="768"/>
            <ac:spMk id="11" creationId="{752EF222-60E5-48DC-8B88-7A670E4301F1}"/>
          </ac:spMkLst>
        </pc:spChg>
        <pc:spChg chg="add mod">
          <ac:chgData name="김 태환" userId="37bdad49bf29bd97" providerId="LiveId" clId="{D3DF9AA7-87D4-4521-97A8-27884D41F730}" dt="2020-08-30T16:41:53.407" v="14117" actId="1037"/>
          <ac:spMkLst>
            <pc:docMk/>
            <pc:sldMk cId="1412842359" sldId="768"/>
            <ac:spMk id="14" creationId="{80EC81D5-1C4B-43DD-B151-CB2CE7AF9EEF}"/>
          </ac:spMkLst>
        </pc:spChg>
        <pc:spChg chg="del">
          <ac:chgData name="김 태환" userId="37bdad49bf29bd97" providerId="LiveId" clId="{D3DF9AA7-87D4-4521-97A8-27884D41F730}" dt="2020-08-30T16:35:51.599" v="13351" actId="478"/>
          <ac:spMkLst>
            <pc:docMk/>
            <pc:sldMk cId="1412842359" sldId="768"/>
            <ac:spMk id="15" creationId="{ACAF8DE8-DF26-4168-84C5-74A2F0FDC41F}"/>
          </ac:spMkLst>
        </pc:spChg>
        <pc:spChg chg="add mod">
          <ac:chgData name="김 태환" userId="37bdad49bf29bd97" providerId="LiveId" clId="{D3DF9AA7-87D4-4521-97A8-27884D41F730}" dt="2020-08-30T16:41:53.407" v="14117" actId="1037"/>
          <ac:spMkLst>
            <pc:docMk/>
            <pc:sldMk cId="1412842359" sldId="768"/>
            <ac:spMk id="16" creationId="{6ADAB84A-E13C-4E48-8A1E-745CFFA16B68}"/>
          </ac:spMkLst>
        </pc:spChg>
        <pc:spChg chg="add mod">
          <ac:chgData name="김 태환" userId="37bdad49bf29bd97" providerId="LiveId" clId="{D3DF9AA7-87D4-4521-97A8-27884D41F730}" dt="2020-08-30T16:41:53.407" v="14117" actId="1037"/>
          <ac:spMkLst>
            <pc:docMk/>
            <pc:sldMk cId="1412842359" sldId="768"/>
            <ac:spMk id="17" creationId="{9DB61CC1-8053-436A-8EDC-5876434845CD}"/>
          </ac:spMkLst>
        </pc:spChg>
        <pc:spChg chg="del">
          <ac:chgData name="김 태환" userId="37bdad49bf29bd97" providerId="LiveId" clId="{D3DF9AA7-87D4-4521-97A8-27884D41F730}" dt="2020-08-30T16:35:51.599" v="13351" actId="478"/>
          <ac:spMkLst>
            <pc:docMk/>
            <pc:sldMk cId="1412842359" sldId="768"/>
            <ac:spMk id="19" creationId="{18C2C062-9B02-4D3E-A9E0-501268E848C7}"/>
          </ac:spMkLst>
        </pc:spChg>
        <pc:spChg chg="add mod">
          <ac:chgData name="김 태환" userId="37bdad49bf29bd97" providerId="LiveId" clId="{D3DF9AA7-87D4-4521-97A8-27884D41F730}" dt="2020-08-30T16:41:53.407" v="14117" actId="1037"/>
          <ac:spMkLst>
            <pc:docMk/>
            <pc:sldMk cId="1412842359" sldId="768"/>
            <ac:spMk id="22" creationId="{00B8F432-A819-4624-B75B-150921DB948F}"/>
          </ac:spMkLst>
        </pc:spChg>
        <pc:spChg chg="add mod">
          <ac:chgData name="김 태환" userId="37bdad49bf29bd97" providerId="LiveId" clId="{D3DF9AA7-87D4-4521-97A8-27884D41F730}" dt="2020-08-30T16:42:08.863" v="14122" actId="20577"/>
          <ac:spMkLst>
            <pc:docMk/>
            <pc:sldMk cId="1412842359" sldId="768"/>
            <ac:spMk id="27" creationId="{1D4885DC-90E3-42D9-991A-45BBFA939DCD}"/>
          </ac:spMkLst>
        </pc:spChg>
        <pc:spChg chg="del">
          <ac:chgData name="김 태환" userId="37bdad49bf29bd97" providerId="LiveId" clId="{D3DF9AA7-87D4-4521-97A8-27884D41F730}" dt="2020-08-30T16:35:51.599" v="13351" actId="478"/>
          <ac:spMkLst>
            <pc:docMk/>
            <pc:sldMk cId="1412842359" sldId="768"/>
            <ac:spMk id="30" creationId="{6EF09CF6-163B-4B6D-B842-8B275954A62C}"/>
          </ac:spMkLst>
        </pc:spChg>
        <pc:spChg chg="add mod">
          <ac:chgData name="김 태환" userId="37bdad49bf29bd97" providerId="LiveId" clId="{D3DF9AA7-87D4-4521-97A8-27884D41F730}" dt="2020-08-30T16:42:29.333" v="14125" actId="207"/>
          <ac:spMkLst>
            <pc:docMk/>
            <pc:sldMk cId="1412842359" sldId="768"/>
            <ac:spMk id="36" creationId="{B0C4FA2E-2D3A-4E76-A917-424349935674}"/>
          </ac:spMkLst>
        </pc:spChg>
        <pc:spChg chg="del">
          <ac:chgData name="김 태환" userId="37bdad49bf29bd97" providerId="LiveId" clId="{D3DF9AA7-87D4-4521-97A8-27884D41F730}" dt="2020-08-30T16:35:51.599" v="13351" actId="478"/>
          <ac:spMkLst>
            <pc:docMk/>
            <pc:sldMk cId="1412842359" sldId="768"/>
            <ac:spMk id="40" creationId="{93E6308D-1471-4BD7-A8B4-50285EBB4B3A}"/>
          </ac:spMkLst>
        </pc:spChg>
        <pc:spChg chg="add mod">
          <ac:chgData name="김 태환" userId="37bdad49bf29bd97" providerId="LiveId" clId="{D3DF9AA7-87D4-4521-97A8-27884D41F730}" dt="2020-08-30T16:43:24.350" v="14126" actId="20577"/>
          <ac:spMkLst>
            <pc:docMk/>
            <pc:sldMk cId="1412842359" sldId="768"/>
            <ac:spMk id="49" creationId="{E827C18E-BA2D-4564-984A-BAB0634CBB51}"/>
          </ac:spMkLst>
        </pc:spChg>
        <pc:spChg chg="del">
          <ac:chgData name="김 태환" userId="37bdad49bf29bd97" providerId="LiveId" clId="{D3DF9AA7-87D4-4521-97A8-27884D41F730}" dt="2020-08-30T16:35:51.599" v="13351" actId="478"/>
          <ac:spMkLst>
            <pc:docMk/>
            <pc:sldMk cId="1412842359" sldId="768"/>
            <ac:spMk id="53" creationId="{DECEE88A-7294-49D0-93CE-1190D931FF0E}"/>
          </ac:spMkLst>
        </pc:spChg>
        <pc:spChg chg="add mod">
          <ac:chgData name="김 태환" userId="37bdad49bf29bd97" providerId="LiveId" clId="{D3DF9AA7-87D4-4521-97A8-27884D41F730}" dt="2020-08-30T16:42:01.498" v="14120" actId="14100"/>
          <ac:spMkLst>
            <pc:docMk/>
            <pc:sldMk cId="1412842359" sldId="768"/>
            <ac:spMk id="54" creationId="{99324180-9388-4259-8B90-CC9FD75B8D38}"/>
          </ac:spMkLst>
        </pc:spChg>
        <pc:spChg chg="del">
          <ac:chgData name="김 태환" userId="37bdad49bf29bd97" providerId="LiveId" clId="{D3DF9AA7-87D4-4521-97A8-27884D41F730}" dt="2020-08-30T16:35:51.599" v="13351" actId="478"/>
          <ac:spMkLst>
            <pc:docMk/>
            <pc:sldMk cId="1412842359" sldId="768"/>
            <ac:spMk id="55" creationId="{FEE3A82F-068E-44C1-A94E-185AB6626B07}"/>
          </ac:spMkLst>
        </pc:spChg>
        <pc:grpChg chg="add mod">
          <ac:chgData name="김 태환" userId="37bdad49bf29bd97" providerId="LiveId" clId="{D3DF9AA7-87D4-4521-97A8-27884D41F730}" dt="2020-08-30T16:41:53.407" v="14117" actId="1037"/>
          <ac:grpSpMkLst>
            <pc:docMk/>
            <pc:sldMk cId="1412842359" sldId="768"/>
            <ac:grpSpMk id="13" creationId="{C994E62A-794E-4610-9C66-53A613C513C2}"/>
          </ac:grpSpMkLst>
        </pc:grpChg>
        <pc:picChg chg="add del mod">
          <ac:chgData name="김 태환" userId="37bdad49bf29bd97" providerId="LiveId" clId="{D3DF9AA7-87D4-4521-97A8-27884D41F730}" dt="2020-08-30T16:36:40.574" v="13446" actId="478"/>
          <ac:picMkLst>
            <pc:docMk/>
            <pc:sldMk cId="1412842359" sldId="768"/>
            <ac:picMk id="5" creationId="{EB24BE59-3EBA-4BE0-B81A-BFBFB7BD54E9}"/>
          </ac:picMkLst>
        </pc:picChg>
        <pc:picChg chg="add mod">
          <ac:chgData name="김 태환" userId="37bdad49bf29bd97" providerId="LiveId" clId="{D3DF9AA7-87D4-4521-97A8-27884D41F730}" dt="2020-08-30T16:37:19.087" v="13456" actId="164"/>
          <ac:picMkLst>
            <pc:docMk/>
            <pc:sldMk cId="1412842359" sldId="768"/>
            <ac:picMk id="9" creationId="{E50FAE13-06E9-4795-A221-A7E7E9B26A1A}"/>
          </ac:picMkLst>
        </pc:picChg>
        <pc:picChg chg="del">
          <ac:chgData name="김 태환" userId="37bdad49bf29bd97" providerId="LiveId" clId="{D3DF9AA7-87D4-4521-97A8-27884D41F730}" dt="2020-08-30T16:35:49.407" v="13350" actId="478"/>
          <ac:picMkLst>
            <pc:docMk/>
            <pc:sldMk cId="1412842359" sldId="768"/>
            <ac:picMk id="12" creationId="{01C63A63-15A8-4E83-A86C-98240C8B58C5}"/>
          </ac:picMkLst>
        </pc:picChg>
        <pc:cxnChg chg="del mod">
          <ac:chgData name="김 태환" userId="37bdad49bf29bd97" providerId="LiveId" clId="{D3DF9AA7-87D4-4521-97A8-27884D41F730}" dt="2020-08-30T16:35:51.599" v="13351" actId="478"/>
          <ac:cxnSpMkLst>
            <pc:docMk/>
            <pc:sldMk cId="1412842359" sldId="768"/>
            <ac:cxnSpMk id="20" creationId="{69B8E15C-7608-4C5D-B268-9F19C88E4840}"/>
          </ac:cxnSpMkLst>
        </pc:cxnChg>
        <pc:cxnChg chg="del mod">
          <ac:chgData name="김 태환" userId="37bdad49bf29bd97" providerId="LiveId" clId="{D3DF9AA7-87D4-4521-97A8-27884D41F730}" dt="2020-08-30T16:35:51.599" v="13351" actId="478"/>
          <ac:cxnSpMkLst>
            <pc:docMk/>
            <pc:sldMk cId="1412842359" sldId="768"/>
            <ac:cxnSpMk id="31" creationId="{A59433C3-7EDD-4696-B0F6-7F9064654047}"/>
          </ac:cxnSpMkLst>
        </pc:cxnChg>
        <pc:cxnChg chg="add mod">
          <ac:chgData name="김 태환" userId="37bdad49bf29bd97" providerId="LiveId" clId="{D3DF9AA7-87D4-4521-97A8-27884D41F730}" dt="2020-08-30T16:41:53.407" v="14117" actId="1037"/>
          <ac:cxnSpMkLst>
            <pc:docMk/>
            <pc:sldMk cId="1412842359" sldId="768"/>
            <ac:cxnSpMk id="34" creationId="{3D08E6DA-6CAB-4C8E-988E-737974919BE2}"/>
          </ac:cxnSpMkLst>
        </pc:cxnChg>
        <pc:cxnChg chg="add mod">
          <ac:chgData name="김 태환" userId="37bdad49bf29bd97" providerId="LiveId" clId="{D3DF9AA7-87D4-4521-97A8-27884D41F730}" dt="2020-08-30T16:42:04.779" v="14121" actId="14100"/>
          <ac:cxnSpMkLst>
            <pc:docMk/>
            <pc:sldMk cId="1412842359" sldId="768"/>
            <ac:cxnSpMk id="39" creationId="{70001E3B-F2D8-490E-9CAC-9A496E6EAD69}"/>
          </ac:cxnSpMkLst>
        </pc:cxnChg>
        <pc:cxnChg chg="add mod">
          <ac:chgData name="김 태환" userId="37bdad49bf29bd97" providerId="LiveId" clId="{D3DF9AA7-87D4-4521-97A8-27884D41F730}" dt="2020-08-30T16:41:53.407" v="14117" actId="1037"/>
          <ac:cxnSpMkLst>
            <pc:docMk/>
            <pc:sldMk cId="1412842359" sldId="768"/>
            <ac:cxnSpMk id="44" creationId="{1E276A77-7219-4CD0-98DD-56ABD579371A}"/>
          </ac:cxnSpMkLst>
        </pc:cxnChg>
        <pc:cxnChg chg="add mod">
          <ac:chgData name="김 태환" userId="37bdad49bf29bd97" providerId="LiveId" clId="{D3DF9AA7-87D4-4521-97A8-27884D41F730}" dt="2020-08-30T16:41:56.528" v="14118" actId="14100"/>
          <ac:cxnSpMkLst>
            <pc:docMk/>
            <pc:sldMk cId="1412842359" sldId="768"/>
            <ac:cxnSpMk id="50" creationId="{B067A46A-0980-4709-A210-55F4CAF161BE}"/>
          </ac:cxnSpMkLst>
        </pc:cxnChg>
        <pc:cxnChg chg="del mod">
          <ac:chgData name="김 태환" userId="37bdad49bf29bd97" providerId="LiveId" clId="{D3DF9AA7-87D4-4521-97A8-27884D41F730}" dt="2020-08-30T16:35:51.599" v="13351" actId="478"/>
          <ac:cxnSpMkLst>
            <pc:docMk/>
            <pc:sldMk cId="1412842359" sldId="768"/>
            <ac:cxnSpMk id="56" creationId="{7DE863CD-BD3A-4AF0-8A08-33AFE04941F5}"/>
          </ac:cxnSpMkLst>
        </pc:cxnChg>
        <pc:cxnChg chg="add mod">
          <ac:chgData name="김 태환" userId="37bdad49bf29bd97" providerId="LiveId" clId="{D3DF9AA7-87D4-4521-97A8-27884D41F730}" dt="2020-08-30T16:42:01.498" v="14120" actId="14100"/>
          <ac:cxnSpMkLst>
            <pc:docMk/>
            <pc:sldMk cId="1412842359" sldId="768"/>
            <ac:cxnSpMk id="57" creationId="{B1FBCE71-BAA0-453A-8248-27B888638CAA}"/>
          </ac:cxnSpMkLst>
        </pc:cxnChg>
      </pc:sldChg>
      <pc:sldChg chg="addSp delSp modSp add mod">
        <pc:chgData name="김 태환" userId="37bdad49bf29bd97" providerId="LiveId" clId="{D3DF9AA7-87D4-4521-97A8-27884D41F730}" dt="2020-08-30T17:19:08.468" v="15906" actId="1076"/>
        <pc:sldMkLst>
          <pc:docMk/>
          <pc:sldMk cId="1300624399" sldId="769"/>
        </pc:sldMkLst>
        <pc:spChg chg="add mod">
          <ac:chgData name="김 태환" userId="37bdad49bf29bd97" providerId="LiveId" clId="{D3DF9AA7-87D4-4521-97A8-27884D41F730}" dt="2020-08-30T16:54:58.452" v="14929" actId="14100"/>
          <ac:spMkLst>
            <pc:docMk/>
            <pc:sldMk cId="1300624399" sldId="769"/>
            <ac:spMk id="6" creationId="{5E09FF11-46B1-465E-BAC1-A8FE6F98B02F}"/>
          </ac:spMkLst>
        </pc:spChg>
        <pc:spChg chg="del">
          <ac:chgData name="김 태환" userId="37bdad49bf29bd97" providerId="LiveId" clId="{D3DF9AA7-87D4-4521-97A8-27884D41F730}" dt="2020-08-30T16:43:38.671" v="14128" actId="478"/>
          <ac:spMkLst>
            <pc:docMk/>
            <pc:sldMk cId="1300624399" sldId="769"/>
            <ac:spMk id="11" creationId="{752EF222-60E5-48DC-8B88-7A670E4301F1}"/>
          </ac:spMkLst>
        </pc:spChg>
        <pc:spChg chg="add mod">
          <ac:chgData name="김 태환" userId="37bdad49bf29bd97" providerId="LiveId" clId="{D3DF9AA7-87D4-4521-97A8-27884D41F730}" dt="2020-08-30T16:54:41.928" v="14924" actId="14100"/>
          <ac:spMkLst>
            <pc:docMk/>
            <pc:sldMk cId="1300624399" sldId="769"/>
            <ac:spMk id="12" creationId="{3354F9E4-F8CC-4539-98CB-462F15829B43}"/>
          </ac:spMkLst>
        </pc:spChg>
        <pc:spChg chg="del">
          <ac:chgData name="김 태환" userId="37bdad49bf29bd97" providerId="LiveId" clId="{D3DF9AA7-87D4-4521-97A8-27884D41F730}" dt="2020-08-30T16:43:38.671" v="14128" actId="478"/>
          <ac:spMkLst>
            <pc:docMk/>
            <pc:sldMk cId="1300624399" sldId="769"/>
            <ac:spMk id="14" creationId="{80EC81D5-1C4B-43DD-B151-CB2CE7AF9EEF}"/>
          </ac:spMkLst>
        </pc:spChg>
        <pc:spChg chg="add mod">
          <ac:chgData name="김 태환" userId="37bdad49bf29bd97" providerId="LiveId" clId="{D3DF9AA7-87D4-4521-97A8-27884D41F730}" dt="2020-08-30T17:19:08.468" v="15906" actId="1076"/>
          <ac:spMkLst>
            <pc:docMk/>
            <pc:sldMk cId="1300624399" sldId="769"/>
            <ac:spMk id="15" creationId="{1E29BD2C-89D1-46C5-82FF-E42F2816DEA1}"/>
          </ac:spMkLst>
        </pc:spChg>
        <pc:spChg chg="del">
          <ac:chgData name="김 태환" userId="37bdad49bf29bd97" providerId="LiveId" clId="{D3DF9AA7-87D4-4521-97A8-27884D41F730}" dt="2020-08-30T16:43:38.671" v="14128" actId="478"/>
          <ac:spMkLst>
            <pc:docMk/>
            <pc:sldMk cId="1300624399" sldId="769"/>
            <ac:spMk id="16" creationId="{6ADAB84A-E13C-4E48-8A1E-745CFFA16B68}"/>
          </ac:spMkLst>
        </pc:spChg>
        <pc:spChg chg="del">
          <ac:chgData name="김 태환" userId="37bdad49bf29bd97" providerId="LiveId" clId="{D3DF9AA7-87D4-4521-97A8-27884D41F730}" dt="2020-08-30T16:43:38.671" v="14128" actId="478"/>
          <ac:spMkLst>
            <pc:docMk/>
            <pc:sldMk cId="1300624399" sldId="769"/>
            <ac:spMk id="17" creationId="{9DB61CC1-8053-436A-8EDC-5876434845CD}"/>
          </ac:spMkLst>
        </pc:spChg>
        <pc:spChg chg="del">
          <ac:chgData name="김 태환" userId="37bdad49bf29bd97" providerId="LiveId" clId="{D3DF9AA7-87D4-4521-97A8-27884D41F730}" dt="2020-08-30T16:43:38.671" v="14128" actId="478"/>
          <ac:spMkLst>
            <pc:docMk/>
            <pc:sldMk cId="1300624399" sldId="769"/>
            <ac:spMk id="22" creationId="{00B8F432-A819-4624-B75B-150921DB948F}"/>
          </ac:spMkLst>
        </pc:spChg>
        <pc:spChg chg="add mod">
          <ac:chgData name="김 태환" userId="37bdad49bf29bd97" providerId="LiveId" clId="{D3DF9AA7-87D4-4521-97A8-27884D41F730}" dt="2020-08-30T17:04:12.904" v="15300" actId="14100"/>
          <ac:spMkLst>
            <pc:docMk/>
            <pc:sldMk cId="1300624399" sldId="769"/>
            <ac:spMk id="23" creationId="{455ED9AF-AE29-4496-B8C7-343D868F0B05}"/>
          </ac:spMkLst>
        </pc:spChg>
        <pc:spChg chg="add del">
          <ac:chgData name="김 태환" userId="37bdad49bf29bd97" providerId="LiveId" clId="{D3DF9AA7-87D4-4521-97A8-27884D41F730}" dt="2020-08-30T17:00:14.569" v="14956" actId="478"/>
          <ac:spMkLst>
            <pc:docMk/>
            <pc:sldMk cId="1300624399" sldId="769"/>
            <ac:spMk id="24" creationId="{30E4E798-FCA1-442C-8901-6D07AAA3B29A}"/>
          </ac:spMkLst>
        </pc:spChg>
        <pc:spChg chg="add mod">
          <ac:chgData name="김 태환" userId="37bdad49bf29bd97" providerId="LiveId" clId="{D3DF9AA7-87D4-4521-97A8-27884D41F730}" dt="2020-08-30T17:00:49.536" v="15049" actId="20577"/>
          <ac:spMkLst>
            <pc:docMk/>
            <pc:sldMk cId="1300624399" sldId="769"/>
            <ac:spMk id="26" creationId="{2C5A4EB5-AD27-4CB8-8A61-82A88A7BC853}"/>
          </ac:spMkLst>
        </pc:spChg>
        <pc:spChg chg="del">
          <ac:chgData name="김 태환" userId="37bdad49bf29bd97" providerId="LiveId" clId="{D3DF9AA7-87D4-4521-97A8-27884D41F730}" dt="2020-08-30T16:43:38.671" v="14128" actId="478"/>
          <ac:spMkLst>
            <pc:docMk/>
            <pc:sldMk cId="1300624399" sldId="769"/>
            <ac:spMk id="27" creationId="{1D4885DC-90E3-42D9-991A-45BBFA939DCD}"/>
          </ac:spMkLst>
        </pc:spChg>
        <pc:spChg chg="del">
          <ac:chgData name="김 태환" userId="37bdad49bf29bd97" providerId="LiveId" clId="{D3DF9AA7-87D4-4521-97A8-27884D41F730}" dt="2020-08-30T16:43:38.671" v="14128" actId="478"/>
          <ac:spMkLst>
            <pc:docMk/>
            <pc:sldMk cId="1300624399" sldId="769"/>
            <ac:spMk id="36" creationId="{B0C4FA2E-2D3A-4E76-A917-424349935674}"/>
          </ac:spMkLst>
        </pc:spChg>
        <pc:spChg chg="add mod">
          <ac:chgData name="김 태환" userId="37bdad49bf29bd97" providerId="LiveId" clId="{D3DF9AA7-87D4-4521-97A8-27884D41F730}" dt="2020-08-30T17:01:33.456" v="15296" actId="20577"/>
          <ac:spMkLst>
            <pc:docMk/>
            <pc:sldMk cId="1300624399" sldId="769"/>
            <ac:spMk id="42" creationId="{82C8EF4A-3028-4298-BB69-EA165628F683}"/>
          </ac:spMkLst>
        </pc:spChg>
        <pc:spChg chg="del">
          <ac:chgData name="김 태환" userId="37bdad49bf29bd97" providerId="LiveId" clId="{D3DF9AA7-87D4-4521-97A8-27884D41F730}" dt="2020-08-30T16:43:38.671" v="14128" actId="478"/>
          <ac:spMkLst>
            <pc:docMk/>
            <pc:sldMk cId="1300624399" sldId="769"/>
            <ac:spMk id="49" creationId="{E827C18E-BA2D-4564-984A-BAB0634CBB51}"/>
          </ac:spMkLst>
        </pc:spChg>
        <pc:spChg chg="del">
          <ac:chgData name="김 태환" userId="37bdad49bf29bd97" providerId="LiveId" clId="{D3DF9AA7-87D4-4521-97A8-27884D41F730}" dt="2020-08-30T16:43:38.671" v="14128" actId="478"/>
          <ac:spMkLst>
            <pc:docMk/>
            <pc:sldMk cId="1300624399" sldId="769"/>
            <ac:spMk id="54" creationId="{99324180-9388-4259-8B90-CC9FD75B8D38}"/>
          </ac:spMkLst>
        </pc:spChg>
        <pc:grpChg chg="del">
          <ac:chgData name="김 태환" userId="37bdad49bf29bd97" providerId="LiveId" clId="{D3DF9AA7-87D4-4521-97A8-27884D41F730}" dt="2020-08-30T16:43:38.671" v="14128" actId="478"/>
          <ac:grpSpMkLst>
            <pc:docMk/>
            <pc:sldMk cId="1300624399" sldId="769"/>
            <ac:grpSpMk id="13" creationId="{C994E62A-794E-4610-9C66-53A613C513C2}"/>
          </ac:grpSpMkLst>
        </pc:grpChg>
        <pc:picChg chg="add mod">
          <ac:chgData name="김 태환" userId="37bdad49bf29bd97" providerId="LiveId" clId="{D3DF9AA7-87D4-4521-97A8-27884D41F730}" dt="2020-08-30T16:54:34.335" v="14922" actId="1076"/>
          <ac:picMkLst>
            <pc:docMk/>
            <pc:sldMk cId="1300624399" sldId="769"/>
            <ac:picMk id="5" creationId="{6ACC4054-0146-47E3-B498-414B5FA56ACE}"/>
          </ac:picMkLst>
        </pc:picChg>
        <pc:picChg chg="add del mod">
          <ac:chgData name="김 태환" userId="37bdad49bf29bd97" providerId="LiveId" clId="{D3DF9AA7-87D4-4521-97A8-27884D41F730}" dt="2020-08-30T16:55:12.254" v="14931" actId="478"/>
          <ac:picMkLst>
            <pc:docMk/>
            <pc:sldMk cId="1300624399" sldId="769"/>
            <ac:picMk id="18" creationId="{A3B35D5D-8DED-4F34-9EF6-ECE3469FD48A}"/>
          </ac:picMkLst>
        </pc:picChg>
        <pc:picChg chg="add del mod">
          <ac:chgData name="김 태환" userId="37bdad49bf29bd97" providerId="LiveId" clId="{D3DF9AA7-87D4-4521-97A8-27884D41F730}" dt="2020-08-30T16:55:50.903" v="14934" actId="478"/>
          <ac:picMkLst>
            <pc:docMk/>
            <pc:sldMk cId="1300624399" sldId="769"/>
            <ac:picMk id="19" creationId="{7028E694-18C0-47E4-9C68-9B87FC75C5F9}"/>
          </ac:picMkLst>
        </pc:picChg>
        <pc:picChg chg="add del mod">
          <ac:chgData name="김 태환" userId="37bdad49bf29bd97" providerId="LiveId" clId="{D3DF9AA7-87D4-4521-97A8-27884D41F730}" dt="2020-08-30T16:56:11.535" v="14938" actId="478"/>
          <ac:picMkLst>
            <pc:docMk/>
            <pc:sldMk cId="1300624399" sldId="769"/>
            <ac:picMk id="20" creationId="{F664CAAE-8039-4A84-A0B7-CFE35914344F}"/>
          </ac:picMkLst>
        </pc:picChg>
        <pc:picChg chg="add mod">
          <ac:chgData name="김 태환" userId="37bdad49bf29bd97" providerId="LiveId" clId="{D3DF9AA7-87D4-4521-97A8-27884D41F730}" dt="2020-08-30T17:04:15.071" v="15301" actId="1076"/>
          <ac:picMkLst>
            <pc:docMk/>
            <pc:sldMk cId="1300624399" sldId="769"/>
            <ac:picMk id="21" creationId="{76681F2F-481B-42ED-AC51-A5F30F44057E}"/>
          </ac:picMkLst>
        </pc:picChg>
        <pc:cxnChg chg="del mod">
          <ac:chgData name="김 태환" userId="37bdad49bf29bd97" providerId="LiveId" clId="{D3DF9AA7-87D4-4521-97A8-27884D41F730}" dt="2020-08-30T16:43:38.671" v="14128" actId="478"/>
          <ac:cxnSpMkLst>
            <pc:docMk/>
            <pc:sldMk cId="1300624399" sldId="769"/>
            <ac:cxnSpMk id="34" creationId="{3D08E6DA-6CAB-4C8E-988E-737974919BE2}"/>
          </ac:cxnSpMkLst>
        </pc:cxnChg>
        <pc:cxnChg chg="add del mod">
          <ac:chgData name="김 태환" userId="37bdad49bf29bd97" providerId="LiveId" clId="{D3DF9AA7-87D4-4521-97A8-27884D41F730}" dt="2020-08-30T17:00:16.279" v="14957" actId="478"/>
          <ac:cxnSpMkLst>
            <pc:docMk/>
            <pc:sldMk cId="1300624399" sldId="769"/>
            <ac:cxnSpMk id="37" creationId="{FE06BFC7-7320-4B1D-9800-F06DF9DC9AD1}"/>
          </ac:cxnSpMkLst>
        </pc:cxnChg>
        <pc:cxnChg chg="del mod">
          <ac:chgData name="김 태환" userId="37bdad49bf29bd97" providerId="LiveId" clId="{D3DF9AA7-87D4-4521-97A8-27884D41F730}" dt="2020-08-30T16:43:38.671" v="14128" actId="478"/>
          <ac:cxnSpMkLst>
            <pc:docMk/>
            <pc:sldMk cId="1300624399" sldId="769"/>
            <ac:cxnSpMk id="39" creationId="{70001E3B-F2D8-490E-9CAC-9A496E6EAD69}"/>
          </ac:cxnSpMkLst>
        </pc:cxnChg>
        <pc:cxnChg chg="del mod">
          <ac:chgData name="김 태환" userId="37bdad49bf29bd97" providerId="LiveId" clId="{D3DF9AA7-87D4-4521-97A8-27884D41F730}" dt="2020-08-30T16:43:38.671" v="14128" actId="478"/>
          <ac:cxnSpMkLst>
            <pc:docMk/>
            <pc:sldMk cId="1300624399" sldId="769"/>
            <ac:cxnSpMk id="44" creationId="{1E276A77-7219-4CD0-98DD-56ABD579371A}"/>
          </ac:cxnSpMkLst>
        </pc:cxnChg>
        <pc:cxnChg chg="del mod">
          <ac:chgData name="김 태환" userId="37bdad49bf29bd97" providerId="LiveId" clId="{D3DF9AA7-87D4-4521-97A8-27884D41F730}" dt="2020-08-30T16:43:38.671" v="14128" actId="478"/>
          <ac:cxnSpMkLst>
            <pc:docMk/>
            <pc:sldMk cId="1300624399" sldId="769"/>
            <ac:cxnSpMk id="50" creationId="{B067A46A-0980-4709-A210-55F4CAF161BE}"/>
          </ac:cxnSpMkLst>
        </pc:cxnChg>
        <pc:cxnChg chg="del mod">
          <ac:chgData name="김 태환" userId="37bdad49bf29bd97" providerId="LiveId" clId="{D3DF9AA7-87D4-4521-97A8-27884D41F730}" dt="2020-08-30T16:43:38.671" v="14128" actId="478"/>
          <ac:cxnSpMkLst>
            <pc:docMk/>
            <pc:sldMk cId="1300624399" sldId="769"/>
            <ac:cxnSpMk id="57" creationId="{B1FBCE71-BAA0-453A-8248-27B888638CAA}"/>
          </ac:cxnSpMkLst>
        </pc:cxnChg>
      </pc:sldChg>
      <pc:sldChg chg="addSp delSp modSp add mod ord">
        <pc:chgData name="김 태환" userId="37bdad49bf29bd97" providerId="LiveId" clId="{D3DF9AA7-87D4-4521-97A8-27884D41F730}" dt="2020-08-30T17:10:41.326" v="15780" actId="1076"/>
        <pc:sldMkLst>
          <pc:docMk/>
          <pc:sldMk cId="3657863287" sldId="770"/>
        </pc:sldMkLst>
        <pc:spChg chg="mod">
          <ac:chgData name="김 태환" userId="37bdad49bf29bd97" providerId="LiveId" clId="{D3DF9AA7-87D4-4521-97A8-27884D41F730}" dt="2020-08-30T16:44:05.814" v="14193"/>
          <ac:spMkLst>
            <pc:docMk/>
            <pc:sldMk cId="3657863287" sldId="770"/>
            <ac:spMk id="2" creationId="{1A8CC5BE-6642-4BF2-A940-33972EBB8F04}"/>
          </ac:spMkLst>
        </pc:spChg>
        <pc:spChg chg="add mod">
          <ac:chgData name="김 태환" userId="37bdad49bf29bd97" providerId="LiveId" clId="{D3DF9AA7-87D4-4521-97A8-27884D41F730}" dt="2020-08-30T16:44:42.826" v="14202" actId="14100"/>
          <ac:spMkLst>
            <pc:docMk/>
            <pc:sldMk cId="3657863287" sldId="770"/>
            <ac:spMk id="6" creationId="{E6433810-5509-424C-A8B5-27E9D2E92ACE}"/>
          </ac:spMkLst>
        </pc:spChg>
        <pc:spChg chg="add mod">
          <ac:chgData name="김 태환" userId="37bdad49bf29bd97" providerId="LiveId" clId="{D3DF9AA7-87D4-4521-97A8-27884D41F730}" dt="2020-08-30T16:44:52.917" v="14205" actId="14100"/>
          <ac:spMkLst>
            <pc:docMk/>
            <pc:sldMk cId="3657863287" sldId="770"/>
            <ac:spMk id="11" creationId="{70BD9229-1265-4318-8BE8-821E0AD732F0}"/>
          </ac:spMkLst>
        </pc:spChg>
        <pc:spChg chg="add del mod">
          <ac:chgData name="김 태환" userId="37bdad49bf29bd97" providerId="LiveId" clId="{D3DF9AA7-87D4-4521-97A8-27884D41F730}" dt="2020-08-30T17:10:41.326" v="15780" actId="1076"/>
          <ac:spMkLst>
            <pc:docMk/>
            <pc:sldMk cId="3657863287" sldId="770"/>
            <ac:spMk id="13" creationId="{AFF74544-B120-4B41-A572-D7AC6481DBBE}"/>
          </ac:spMkLst>
        </pc:spChg>
        <pc:spChg chg="add del">
          <ac:chgData name="김 태환" userId="37bdad49bf29bd97" providerId="LiveId" clId="{D3DF9AA7-87D4-4521-97A8-27884D41F730}" dt="2020-08-30T16:45:46.871" v="14215" actId="478"/>
          <ac:spMkLst>
            <pc:docMk/>
            <pc:sldMk cId="3657863287" sldId="770"/>
            <ac:spMk id="15" creationId="{ED352BC4-AD53-4758-90F5-5D10086AEE7D}"/>
          </ac:spMkLst>
        </pc:spChg>
        <pc:spChg chg="add del mod">
          <ac:chgData name="김 태환" userId="37bdad49bf29bd97" providerId="LiveId" clId="{D3DF9AA7-87D4-4521-97A8-27884D41F730}" dt="2020-08-30T16:46:10.495" v="14220" actId="478"/>
          <ac:spMkLst>
            <pc:docMk/>
            <pc:sldMk cId="3657863287" sldId="770"/>
            <ac:spMk id="17" creationId="{10F61FCB-5367-4F31-A423-B685A308D033}"/>
          </ac:spMkLst>
        </pc:spChg>
        <pc:spChg chg="add del mod">
          <ac:chgData name="김 태환" userId="37bdad49bf29bd97" providerId="LiveId" clId="{D3DF9AA7-87D4-4521-97A8-27884D41F730}" dt="2020-08-30T16:46:10.495" v="14220" actId="478"/>
          <ac:spMkLst>
            <pc:docMk/>
            <pc:sldMk cId="3657863287" sldId="770"/>
            <ac:spMk id="18" creationId="{9C71A80F-7EA7-4FD5-B7CB-B9DC8550A7F1}"/>
          </ac:spMkLst>
        </pc:spChg>
        <pc:spChg chg="add del mod">
          <ac:chgData name="김 태환" userId="37bdad49bf29bd97" providerId="LiveId" clId="{D3DF9AA7-87D4-4521-97A8-27884D41F730}" dt="2020-08-30T16:46:10.495" v="14220" actId="478"/>
          <ac:spMkLst>
            <pc:docMk/>
            <pc:sldMk cId="3657863287" sldId="770"/>
            <ac:spMk id="19" creationId="{6176BDE7-91D9-4C41-B924-A09F679CEB02}"/>
          </ac:spMkLst>
        </pc:spChg>
        <pc:spChg chg="add mod">
          <ac:chgData name="김 태환" userId="37bdad49bf29bd97" providerId="LiveId" clId="{D3DF9AA7-87D4-4521-97A8-27884D41F730}" dt="2020-08-30T16:49:21.799" v="14913" actId="20577"/>
          <ac:spMkLst>
            <pc:docMk/>
            <pc:sldMk cId="3657863287" sldId="770"/>
            <ac:spMk id="21" creationId="{0D72DCBD-EEFA-4F18-AB30-5229007A5C6A}"/>
          </ac:spMkLst>
        </pc:spChg>
        <pc:spChg chg="add del">
          <ac:chgData name="김 태환" userId="37bdad49bf29bd97" providerId="LiveId" clId="{D3DF9AA7-87D4-4521-97A8-27884D41F730}" dt="2020-08-30T16:48:09.746" v="14512" actId="22"/>
          <ac:spMkLst>
            <pc:docMk/>
            <pc:sldMk cId="3657863287" sldId="770"/>
            <ac:spMk id="23" creationId="{351FC656-BB4E-4A50-A25E-4E7F32BB64B7}"/>
          </ac:spMkLst>
        </pc:spChg>
        <pc:picChg chg="add mod">
          <ac:chgData name="김 태환" userId="37bdad49bf29bd97" providerId="LiveId" clId="{D3DF9AA7-87D4-4521-97A8-27884D41F730}" dt="2020-08-30T16:54:24.320" v="14917" actId="1076"/>
          <ac:picMkLst>
            <pc:docMk/>
            <pc:sldMk cId="3657863287" sldId="770"/>
            <ac:picMk id="5" creationId="{32D8C6EF-C4CE-4624-B775-29434BB0A99A}"/>
          </ac:picMkLst>
        </pc:picChg>
      </pc:sldChg>
      <pc:sldChg chg="addSp delSp modSp add mod">
        <pc:chgData name="김 태환" userId="37bdad49bf29bd97" providerId="LiveId" clId="{D3DF9AA7-87D4-4521-97A8-27884D41F730}" dt="2020-08-30T17:44:12.201" v="17988" actId="20577"/>
        <pc:sldMkLst>
          <pc:docMk/>
          <pc:sldMk cId="3866503857" sldId="771"/>
        </pc:sldMkLst>
        <pc:spChg chg="mod">
          <ac:chgData name="김 태환" userId="37bdad49bf29bd97" providerId="LiveId" clId="{D3DF9AA7-87D4-4521-97A8-27884D41F730}" dt="2020-08-30T17:06:56.612" v="15424" actId="207"/>
          <ac:spMkLst>
            <pc:docMk/>
            <pc:sldMk cId="3866503857" sldId="771"/>
            <ac:spMk id="2" creationId="{1A8CC5BE-6642-4BF2-A940-33972EBB8F04}"/>
          </ac:spMkLst>
        </pc:spChg>
        <pc:spChg chg="del">
          <ac:chgData name="김 태환" userId="37bdad49bf29bd97" providerId="LiveId" clId="{D3DF9AA7-87D4-4521-97A8-27884D41F730}" dt="2020-08-30T17:06:01.520" v="15303" actId="478"/>
          <ac:spMkLst>
            <pc:docMk/>
            <pc:sldMk cId="3866503857" sldId="771"/>
            <ac:spMk id="6" creationId="{5E09FF11-46B1-465E-BAC1-A8FE6F98B02F}"/>
          </ac:spMkLst>
        </pc:spChg>
        <pc:spChg chg="add mod">
          <ac:chgData name="김 태환" userId="37bdad49bf29bd97" providerId="LiveId" clId="{D3DF9AA7-87D4-4521-97A8-27884D41F730}" dt="2020-08-30T17:44:12.201" v="17988" actId="20577"/>
          <ac:spMkLst>
            <pc:docMk/>
            <pc:sldMk cId="3866503857" sldId="771"/>
            <ac:spMk id="10" creationId="{74BF08A4-2278-4813-B3D8-ECBB876FCD9D}"/>
          </ac:spMkLst>
        </pc:spChg>
        <pc:spChg chg="del">
          <ac:chgData name="김 태환" userId="37bdad49bf29bd97" providerId="LiveId" clId="{D3DF9AA7-87D4-4521-97A8-27884D41F730}" dt="2020-08-30T17:06:01.520" v="15303" actId="478"/>
          <ac:spMkLst>
            <pc:docMk/>
            <pc:sldMk cId="3866503857" sldId="771"/>
            <ac:spMk id="12" creationId="{3354F9E4-F8CC-4539-98CB-462F15829B43}"/>
          </ac:spMkLst>
        </pc:spChg>
        <pc:spChg chg="del">
          <ac:chgData name="김 태환" userId="37bdad49bf29bd97" providerId="LiveId" clId="{D3DF9AA7-87D4-4521-97A8-27884D41F730}" dt="2020-08-30T17:06:01.520" v="15303" actId="478"/>
          <ac:spMkLst>
            <pc:docMk/>
            <pc:sldMk cId="3866503857" sldId="771"/>
            <ac:spMk id="15" creationId="{1E29BD2C-89D1-46C5-82FF-E42F2816DEA1}"/>
          </ac:spMkLst>
        </pc:spChg>
        <pc:spChg chg="del">
          <ac:chgData name="김 태환" userId="37bdad49bf29bd97" providerId="LiveId" clId="{D3DF9AA7-87D4-4521-97A8-27884D41F730}" dt="2020-08-30T17:06:01.520" v="15303" actId="478"/>
          <ac:spMkLst>
            <pc:docMk/>
            <pc:sldMk cId="3866503857" sldId="771"/>
            <ac:spMk id="23" creationId="{455ED9AF-AE29-4496-B8C7-343D868F0B05}"/>
          </ac:spMkLst>
        </pc:spChg>
        <pc:spChg chg="del">
          <ac:chgData name="김 태환" userId="37bdad49bf29bd97" providerId="LiveId" clId="{D3DF9AA7-87D4-4521-97A8-27884D41F730}" dt="2020-08-30T17:06:01.520" v="15303" actId="478"/>
          <ac:spMkLst>
            <pc:docMk/>
            <pc:sldMk cId="3866503857" sldId="771"/>
            <ac:spMk id="26" creationId="{2C5A4EB5-AD27-4CB8-8A61-82A88A7BC853}"/>
          </ac:spMkLst>
        </pc:spChg>
        <pc:spChg chg="del">
          <ac:chgData name="김 태환" userId="37bdad49bf29bd97" providerId="LiveId" clId="{D3DF9AA7-87D4-4521-97A8-27884D41F730}" dt="2020-08-30T17:06:01.520" v="15303" actId="478"/>
          <ac:spMkLst>
            <pc:docMk/>
            <pc:sldMk cId="3866503857" sldId="771"/>
            <ac:spMk id="42" creationId="{82C8EF4A-3028-4298-BB69-EA165628F683}"/>
          </ac:spMkLst>
        </pc:spChg>
        <pc:picChg chg="del">
          <ac:chgData name="김 태환" userId="37bdad49bf29bd97" providerId="LiveId" clId="{D3DF9AA7-87D4-4521-97A8-27884D41F730}" dt="2020-08-30T17:06:01.520" v="15303" actId="478"/>
          <ac:picMkLst>
            <pc:docMk/>
            <pc:sldMk cId="3866503857" sldId="771"/>
            <ac:picMk id="5" creationId="{6ACC4054-0146-47E3-B498-414B5FA56ACE}"/>
          </ac:picMkLst>
        </pc:picChg>
        <pc:picChg chg="add mod">
          <ac:chgData name="김 태환" userId="37bdad49bf29bd97" providerId="LiveId" clId="{D3DF9AA7-87D4-4521-97A8-27884D41F730}" dt="2020-08-30T17:06:30.643" v="15307" actId="1076"/>
          <ac:picMkLst>
            <pc:docMk/>
            <pc:sldMk cId="3866503857" sldId="771"/>
            <ac:picMk id="9" creationId="{9A5FB441-E492-4C29-A37C-920DEE66C288}"/>
          </ac:picMkLst>
        </pc:picChg>
        <pc:picChg chg="add del mod">
          <ac:chgData name="김 태환" userId="37bdad49bf29bd97" providerId="LiveId" clId="{D3DF9AA7-87D4-4521-97A8-27884D41F730}" dt="2020-08-30T17:17:34.663" v="15784"/>
          <ac:picMkLst>
            <pc:docMk/>
            <pc:sldMk cId="3866503857" sldId="771"/>
            <ac:picMk id="11" creationId="{856CB74C-8A8F-4352-8336-40D164250EDC}"/>
          </ac:picMkLst>
        </pc:picChg>
        <pc:picChg chg="del">
          <ac:chgData name="김 태환" userId="37bdad49bf29bd97" providerId="LiveId" clId="{D3DF9AA7-87D4-4521-97A8-27884D41F730}" dt="2020-08-30T17:06:01.520" v="15303" actId="478"/>
          <ac:picMkLst>
            <pc:docMk/>
            <pc:sldMk cId="3866503857" sldId="771"/>
            <ac:picMk id="21" creationId="{76681F2F-481B-42ED-AC51-A5F30F44057E}"/>
          </ac:picMkLst>
        </pc:picChg>
      </pc:sldChg>
      <pc:sldChg chg="addSp delSp modSp add mod">
        <pc:chgData name="김 태환" userId="37bdad49bf29bd97" providerId="LiveId" clId="{D3DF9AA7-87D4-4521-97A8-27884D41F730}" dt="2020-08-30T17:43:21.667" v="17813"/>
        <pc:sldMkLst>
          <pc:docMk/>
          <pc:sldMk cId="3413688572" sldId="772"/>
        </pc:sldMkLst>
        <pc:spChg chg="mod">
          <ac:chgData name="김 태환" userId="37bdad49bf29bd97" providerId="LiveId" clId="{D3DF9AA7-87D4-4521-97A8-27884D41F730}" dt="2020-08-30T17:18:05.944" v="15902" actId="20577"/>
          <ac:spMkLst>
            <pc:docMk/>
            <pc:sldMk cId="3413688572" sldId="772"/>
            <ac:spMk id="2" creationId="{1A8CC5BE-6642-4BF2-A940-33972EBB8F04}"/>
          </ac:spMkLst>
        </pc:spChg>
        <pc:spChg chg="add mod">
          <ac:chgData name="김 태환" userId="37bdad49bf29bd97" providerId="LiveId" clId="{D3DF9AA7-87D4-4521-97A8-27884D41F730}" dt="2020-08-30T17:19:40.911" v="15919" actId="164"/>
          <ac:spMkLst>
            <pc:docMk/>
            <pc:sldMk cId="3413688572" sldId="772"/>
            <ac:spMk id="6" creationId="{36333B11-AB77-4AF2-A489-970F99409D31}"/>
          </ac:spMkLst>
        </pc:spChg>
        <pc:spChg chg="del">
          <ac:chgData name="김 태환" userId="37bdad49bf29bd97" providerId="LiveId" clId="{D3DF9AA7-87D4-4521-97A8-27884D41F730}" dt="2020-08-30T17:17:39.360" v="15786" actId="478"/>
          <ac:spMkLst>
            <pc:docMk/>
            <pc:sldMk cId="3413688572" sldId="772"/>
            <ac:spMk id="10" creationId="{74BF08A4-2278-4813-B3D8-ECBB876FCD9D}"/>
          </ac:spMkLst>
        </pc:spChg>
        <pc:spChg chg="add mod">
          <ac:chgData name="김 태환" userId="37bdad49bf29bd97" providerId="LiveId" clId="{D3DF9AA7-87D4-4521-97A8-27884D41F730}" dt="2020-08-30T17:19:40.911" v="15919" actId="164"/>
          <ac:spMkLst>
            <pc:docMk/>
            <pc:sldMk cId="3413688572" sldId="772"/>
            <ac:spMk id="13" creationId="{2239596E-D443-4BBD-9C66-5B6CED51DB78}"/>
          </ac:spMkLst>
        </pc:spChg>
        <pc:spChg chg="add mod">
          <ac:chgData name="김 태환" userId="37bdad49bf29bd97" providerId="LiveId" clId="{D3DF9AA7-87D4-4521-97A8-27884D41F730}" dt="2020-08-30T17:19:40.911" v="15919" actId="164"/>
          <ac:spMkLst>
            <pc:docMk/>
            <pc:sldMk cId="3413688572" sldId="772"/>
            <ac:spMk id="15" creationId="{6293A365-1106-457C-ADFC-AB3308F39C76}"/>
          </ac:spMkLst>
        </pc:spChg>
        <pc:spChg chg="add mod">
          <ac:chgData name="김 태환" userId="37bdad49bf29bd97" providerId="LiveId" clId="{D3DF9AA7-87D4-4521-97A8-27884D41F730}" dt="2020-08-30T17:21:42.416" v="16092" actId="1035"/>
          <ac:spMkLst>
            <pc:docMk/>
            <pc:sldMk cId="3413688572" sldId="772"/>
            <ac:spMk id="18" creationId="{5B18DCF6-9F10-43F6-929B-4BBDA5EA0F55}"/>
          </ac:spMkLst>
        </pc:spChg>
        <pc:spChg chg="add mod">
          <ac:chgData name="김 태환" userId="37bdad49bf29bd97" providerId="LiveId" clId="{D3DF9AA7-87D4-4521-97A8-27884D41F730}" dt="2020-08-30T17:21:42.416" v="16092" actId="1035"/>
          <ac:spMkLst>
            <pc:docMk/>
            <pc:sldMk cId="3413688572" sldId="772"/>
            <ac:spMk id="20" creationId="{BFF05F0B-A04D-4FE0-A1E4-514D577AE208}"/>
          </ac:spMkLst>
        </pc:spChg>
        <pc:spChg chg="add mod">
          <ac:chgData name="김 태환" userId="37bdad49bf29bd97" providerId="LiveId" clId="{D3DF9AA7-87D4-4521-97A8-27884D41F730}" dt="2020-08-30T17:21:42.416" v="16092" actId="1035"/>
          <ac:spMkLst>
            <pc:docMk/>
            <pc:sldMk cId="3413688572" sldId="772"/>
            <ac:spMk id="22" creationId="{B138DA2F-E50A-48E9-88AC-1AD84907E607}"/>
          </ac:spMkLst>
        </pc:spChg>
        <pc:spChg chg="add mod">
          <ac:chgData name="김 태환" userId="37bdad49bf29bd97" providerId="LiveId" clId="{D3DF9AA7-87D4-4521-97A8-27884D41F730}" dt="2020-08-30T17:43:21.667" v="17813"/>
          <ac:spMkLst>
            <pc:docMk/>
            <pc:sldMk cId="3413688572" sldId="772"/>
            <ac:spMk id="34" creationId="{A6DFA96A-47B7-47E0-A04F-85077169B577}"/>
          </ac:spMkLst>
        </pc:spChg>
        <pc:grpChg chg="add mod">
          <ac:chgData name="김 태환" userId="37bdad49bf29bd97" providerId="LiveId" clId="{D3DF9AA7-87D4-4521-97A8-27884D41F730}" dt="2020-08-30T17:21:42.416" v="16092" actId="1035"/>
          <ac:grpSpMkLst>
            <pc:docMk/>
            <pc:sldMk cId="3413688572" sldId="772"/>
            <ac:grpSpMk id="16" creationId="{A75FB0AC-0813-4D0F-8848-71BFE02C5212}"/>
          </ac:grpSpMkLst>
        </pc:grpChg>
        <pc:picChg chg="add mod">
          <ac:chgData name="김 태환" userId="37bdad49bf29bd97" providerId="LiveId" clId="{D3DF9AA7-87D4-4521-97A8-27884D41F730}" dt="2020-08-30T17:19:40.911" v="15919" actId="164"/>
          <ac:picMkLst>
            <pc:docMk/>
            <pc:sldMk cId="3413688572" sldId="772"/>
            <ac:picMk id="5" creationId="{6232E4A7-C9FD-4D8F-A53D-67DFAEC89637}"/>
          </ac:picMkLst>
        </pc:picChg>
        <pc:picChg chg="del">
          <ac:chgData name="김 태환" userId="37bdad49bf29bd97" providerId="LiveId" clId="{D3DF9AA7-87D4-4521-97A8-27884D41F730}" dt="2020-08-30T17:17:39.360" v="15786" actId="478"/>
          <ac:picMkLst>
            <pc:docMk/>
            <pc:sldMk cId="3413688572" sldId="772"/>
            <ac:picMk id="9" creationId="{9A5FB441-E492-4C29-A37C-920DEE66C288}"/>
          </ac:picMkLst>
        </pc:picChg>
        <pc:cxnChg chg="add mod">
          <ac:chgData name="김 태환" userId="37bdad49bf29bd97" providerId="LiveId" clId="{D3DF9AA7-87D4-4521-97A8-27884D41F730}" dt="2020-08-30T17:21:42.416" v="16092" actId="1035"/>
          <ac:cxnSpMkLst>
            <pc:docMk/>
            <pc:sldMk cId="3413688572" sldId="772"/>
            <ac:cxnSpMk id="23" creationId="{2D0EE9B2-63EB-4007-9FC3-3B33F4343A13}"/>
          </ac:cxnSpMkLst>
        </pc:cxnChg>
        <pc:cxnChg chg="add mod">
          <ac:chgData name="김 태환" userId="37bdad49bf29bd97" providerId="LiveId" clId="{D3DF9AA7-87D4-4521-97A8-27884D41F730}" dt="2020-08-30T17:21:42.416" v="16092" actId="1035"/>
          <ac:cxnSpMkLst>
            <pc:docMk/>
            <pc:sldMk cId="3413688572" sldId="772"/>
            <ac:cxnSpMk id="26" creationId="{4372AD3C-52D7-475E-8253-E49E86B0C7F8}"/>
          </ac:cxnSpMkLst>
        </pc:cxnChg>
        <pc:cxnChg chg="add mod">
          <ac:chgData name="김 태환" userId="37bdad49bf29bd97" providerId="LiveId" clId="{D3DF9AA7-87D4-4521-97A8-27884D41F730}" dt="2020-08-30T17:21:42.416" v="16092" actId="1035"/>
          <ac:cxnSpMkLst>
            <pc:docMk/>
            <pc:sldMk cId="3413688572" sldId="772"/>
            <ac:cxnSpMk id="30" creationId="{52D9D937-99A8-4DB4-B177-CB3FE1E72487}"/>
          </ac:cxnSpMkLst>
        </pc:cxnChg>
      </pc:sldChg>
      <pc:sldChg chg="add del">
        <pc:chgData name="김 태환" userId="37bdad49bf29bd97" providerId="LiveId" clId="{D3DF9AA7-87D4-4521-97A8-27884D41F730}" dt="2020-08-30T17:22:46.042" v="16230"/>
        <pc:sldMkLst>
          <pc:docMk/>
          <pc:sldMk cId="2040662748" sldId="773"/>
        </pc:sldMkLst>
      </pc:sldChg>
      <pc:sldChg chg="addSp delSp modSp add mod">
        <pc:chgData name="김 태환" userId="37bdad49bf29bd97" providerId="LiveId" clId="{D3DF9AA7-87D4-4521-97A8-27884D41F730}" dt="2020-08-30T17:31:54.992" v="17027" actId="14100"/>
        <pc:sldMkLst>
          <pc:docMk/>
          <pc:sldMk cId="2714405986" sldId="773"/>
        </pc:sldMkLst>
        <pc:spChg chg="mod">
          <ac:chgData name="김 태환" userId="37bdad49bf29bd97" providerId="LiveId" clId="{D3DF9AA7-87D4-4521-97A8-27884D41F730}" dt="2020-08-30T17:23:23.102" v="16365"/>
          <ac:spMkLst>
            <pc:docMk/>
            <pc:sldMk cId="2714405986" sldId="773"/>
            <ac:spMk id="2" creationId="{1A8CC5BE-6642-4BF2-A940-33972EBB8F04}"/>
          </ac:spMkLst>
        </pc:spChg>
        <pc:spChg chg="add mod">
          <ac:chgData name="김 태환" userId="37bdad49bf29bd97" providerId="LiveId" clId="{D3DF9AA7-87D4-4521-97A8-27884D41F730}" dt="2020-08-30T17:26:41.449" v="16421" actId="164"/>
          <ac:spMkLst>
            <pc:docMk/>
            <pc:sldMk cId="2714405986" sldId="773"/>
            <ac:spMk id="10" creationId="{C73B4B25-D277-4299-955E-98A093B484AF}"/>
          </ac:spMkLst>
        </pc:spChg>
        <pc:spChg chg="add mod">
          <ac:chgData name="김 태환" userId="37bdad49bf29bd97" providerId="LiveId" clId="{D3DF9AA7-87D4-4521-97A8-27884D41F730}" dt="2020-08-30T17:26:41.449" v="16421" actId="164"/>
          <ac:spMkLst>
            <pc:docMk/>
            <pc:sldMk cId="2714405986" sldId="773"/>
            <ac:spMk id="11" creationId="{72251788-12A5-48FF-BA87-6BBB922490FD}"/>
          </ac:spMkLst>
        </pc:spChg>
        <pc:spChg chg="add mod">
          <ac:chgData name="김 태환" userId="37bdad49bf29bd97" providerId="LiveId" clId="{D3DF9AA7-87D4-4521-97A8-27884D41F730}" dt="2020-08-30T17:26:41.449" v="16421" actId="164"/>
          <ac:spMkLst>
            <pc:docMk/>
            <pc:sldMk cId="2714405986" sldId="773"/>
            <ac:spMk id="12" creationId="{1FB510D2-A2D9-4FA9-948F-5B11FB4C79B0}"/>
          </ac:spMkLst>
        </pc:spChg>
        <pc:spChg chg="add mod">
          <ac:chgData name="김 태환" userId="37bdad49bf29bd97" providerId="LiveId" clId="{D3DF9AA7-87D4-4521-97A8-27884D41F730}" dt="2020-08-30T17:26:41.449" v="16421" actId="164"/>
          <ac:spMkLst>
            <pc:docMk/>
            <pc:sldMk cId="2714405986" sldId="773"/>
            <ac:spMk id="14" creationId="{1BD414E8-927C-41E2-A6E0-716BCC37E73D}"/>
          </ac:spMkLst>
        </pc:spChg>
        <pc:spChg chg="add mod">
          <ac:chgData name="김 태환" userId="37bdad49bf29bd97" providerId="LiveId" clId="{D3DF9AA7-87D4-4521-97A8-27884D41F730}" dt="2020-08-30T17:26:41.449" v="16421" actId="164"/>
          <ac:spMkLst>
            <pc:docMk/>
            <pc:sldMk cId="2714405986" sldId="773"/>
            <ac:spMk id="17" creationId="{CE036E8B-C3DB-409B-A84C-4AC489B48C03}"/>
          </ac:spMkLst>
        </pc:spChg>
        <pc:spChg chg="del">
          <ac:chgData name="김 태환" userId="37bdad49bf29bd97" providerId="LiveId" clId="{D3DF9AA7-87D4-4521-97A8-27884D41F730}" dt="2020-08-30T17:22:53.696" v="16233" actId="478"/>
          <ac:spMkLst>
            <pc:docMk/>
            <pc:sldMk cId="2714405986" sldId="773"/>
            <ac:spMk id="18" creationId="{5B18DCF6-9F10-43F6-929B-4BBDA5EA0F55}"/>
          </ac:spMkLst>
        </pc:spChg>
        <pc:spChg chg="add mod">
          <ac:chgData name="김 태환" userId="37bdad49bf29bd97" providerId="LiveId" clId="{D3DF9AA7-87D4-4521-97A8-27884D41F730}" dt="2020-08-30T17:26:41.449" v="16421" actId="164"/>
          <ac:spMkLst>
            <pc:docMk/>
            <pc:sldMk cId="2714405986" sldId="773"/>
            <ac:spMk id="19" creationId="{E2645F29-C74D-4F20-BA32-55A20AF01F18}"/>
          </ac:spMkLst>
        </pc:spChg>
        <pc:spChg chg="del">
          <ac:chgData name="김 태환" userId="37bdad49bf29bd97" providerId="LiveId" clId="{D3DF9AA7-87D4-4521-97A8-27884D41F730}" dt="2020-08-30T17:22:53.696" v="16233" actId="478"/>
          <ac:spMkLst>
            <pc:docMk/>
            <pc:sldMk cId="2714405986" sldId="773"/>
            <ac:spMk id="20" creationId="{BFF05F0B-A04D-4FE0-A1E4-514D577AE208}"/>
          </ac:spMkLst>
        </pc:spChg>
        <pc:spChg chg="del">
          <ac:chgData name="김 태환" userId="37bdad49bf29bd97" providerId="LiveId" clId="{D3DF9AA7-87D4-4521-97A8-27884D41F730}" dt="2020-08-30T17:22:53.696" v="16233" actId="478"/>
          <ac:spMkLst>
            <pc:docMk/>
            <pc:sldMk cId="2714405986" sldId="773"/>
            <ac:spMk id="22" creationId="{B138DA2F-E50A-48E9-88AC-1AD84907E607}"/>
          </ac:spMkLst>
        </pc:spChg>
        <pc:spChg chg="add mod">
          <ac:chgData name="김 태환" userId="37bdad49bf29bd97" providerId="LiveId" clId="{D3DF9AA7-87D4-4521-97A8-27884D41F730}" dt="2020-08-30T17:26:41.449" v="16421" actId="164"/>
          <ac:spMkLst>
            <pc:docMk/>
            <pc:sldMk cId="2714405986" sldId="773"/>
            <ac:spMk id="29" creationId="{D52D3460-6972-49B1-8839-B0F9260027EE}"/>
          </ac:spMkLst>
        </pc:spChg>
        <pc:spChg chg="add mod">
          <ac:chgData name="김 태환" userId="37bdad49bf29bd97" providerId="LiveId" clId="{D3DF9AA7-87D4-4521-97A8-27884D41F730}" dt="2020-08-30T17:26:41.449" v="16421" actId="164"/>
          <ac:spMkLst>
            <pc:docMk/>
            <pc:sldMk cId="2714405986" sldId="773"/>
            <ac:spMk id="33" creationId="{58A64648-17D1-4BA1-B948-9FF2A2563F6E}"/>
          </ac:spMkLst>
        </pc:spChg>
        <pc:spChg chg="del mod">
          <ac:chgData name="김 태환" userId="37bdad49bf29bd97" providerId="LiveId" clId="{D3DF9AA7-87D4-4521-97A8-27884D41F730}" dt="2020-08-30T17:22:56.488" v="16235" actId="478"/>
          <ac:spMkLst>
            <pc:docMk/>
            <pc:sldMk cId="2714405986" sldId="773"/>
            <ac:spMk id="34" creationId="{A6DFA96A-47B7-47E0-A04F-85077169B577}"/>
          </ac:spMkLst>
        </pc:spChg>
        <pc:spChg chg="add mod">
          <ac:chgData name="김 태환" userId="37bdad49bf29bd97" providerId="LiveId" clId="{D3DF9AA7-87D4-4521-97A8-27884D41F730}" dt="2020-08-30T17:26:41.449" v="16421" actId="164"/>
          <ac:spMkLst>
            <pc:docMk/>
            <pc:sldMk cId="2714405986" sldId="773"/>
            <ac:spMk id="37" creationId="{DEFB1FB6-9D25-4284-B6DD-0BEA2E0241A3}"/>
          </ac:spMkLst>
        </pc:spChg>
        <pc:spChg chg="add mod">
          <ac:chgData name="김 태환" userId="37bdad49bf29bd97" providerId="LiveId" clId="{D3DF9AA7-87D4-4521-97A8-27884D41F730}" dt="2020-08-30T17:26:56.279" v="16470"/>
          <ac:spMkLst>
            <pc:docMk/>
            <pc:sldMk cId="2714405986" sldId="773"/>
            <ac:spMk id="40" creationId="{808DE2BA-68D5-4F74-BAE6-98F4F546DFE8}"/>
          </ac:spMkLst>
        </pc:spChg>
        <pc:spChg chg="add mod">
          <ac:chgData name="김 태환" userId="37bdad49bf29bd97" providerId="LiveId" clId="{D3DF9AA7-87D4-4521-97A8-27884D41F730}" dt="2020-08-30T17:27:09.447" v="16530"/>
          <ac:spMkLst>
            <pc:docMk/>
            <pc:sldMk cId="2714405986" sldId="773"/>
            <ac:spMk id="41" creationId="{C6D11D20-2BD7-41C9-A334-8764E3E7D3E1}"/>
          </ac:spMkLst>
        </pc:spChg>
        <pc:spChg chg="add mod">
          <ac:chgData name="김 태환" userId="37bdad49bf29bd97" providerId="LiveId" clId="{D3DF9AA7-87D4-4521-97A8-27884D41F730}" dt="2020-08-30T17:27:25.978" v="16584"/>
          <ac:spMkLst>
            <pc:docMk/>
            <pc:sldMk cId="2714405986" sldId="773"/>
            <ac:spMk id="42" creationId="{A8333E66-4454-4F4C-AC30-88722798EDE8}"/>
          </ac:spMkLst>
        </pc:spChg>
        <pc:spChg chg="add mod">
          <ac:chgData name="김 태환" userId="37bdad49bf29bd97" providerId="LiveId" clId="{D3DF9AA7-87D4-4521-97A8-27884D41F730}" dt="2020-08-30T17:30:30.951" v="16996"/>
          <ac:spMkLst>
            <pc:docMk/>
            <pc:sldMk cId="2714405986" sldId="773"/>
            <ac:spMk id="43" creationId="{50BA5A43-2D9C-404D-BA92-B7AC6A071417}"/>
          </ac:spMkLst>
        </pc:spChg>
        <pc:spChg chg="add mod">
          <ac:chgData name="김 태환" userId="37bdad49bf29bd97" providerId="LiveId" clId="{D3DF9AA7-87D4-4521-97A8-27884D41F730}" dt="2020-08-30T17:28:06.470" v="16681"/>
          <ac:spMkLst>
            <pc:docMk/>
            <pc:sldMk cId="2714405986" sldId="773"/>
            <ac:spMk id="44" creationId="{F7CC7B3D-B386-4A71-8026-F32A727F5415}"/>
          </ac:spMkLst>
        </pc:spChg>
        <pc:spChg chg="add mod">
          <ac:chgData name="김 태환" userId="37bdad49bf29bd97" providerId="LiveId" clId="{D3DF9AA7-87D4-4521-97A8-27884D41F730}" dt="2020-08-30T17:28:52.686" v="16770"/>
          <ac:spMkLst>
            <pc:docMk/>
            <pc:sldMk cId="2714405986" sldId="773"/>
            <ac:spMk id="45" creationId="{4F20DCAD-12D2-4929-B00D-2F7B8B9EF0D7}"/>
          </ac:spMkLst>
        </pc:spChg>
        <pc:spChg chg="add mod">
          <ac:chgData name="김 태환" userId="37bdad49bf29bd97" providerId="LiveId" clId="{D3DF9AA7-87D4-4521-97A8-27884D41F730}" dt="2020-08-30T17:29:10.552" v="16837"/>
          <ac:spMkLst>
            <pc:docMk/>
            <pc:sldMk cId="2714405986" sldId="773"/>
            <ac:spMk id="46" creationId="{B3223ACD-8D6F-4030-9048-E5F98AD32CFD}"/>
          </ac:spMkLst>
        </pc:spChg>
        <pc:spChg chg="add mod">
          <ac:chgData name="김 태환" userId="37bdad49bf29bd97" providerId="LiveId" clId="{D3DF9AA7-87D4-4521-97A8-27884D41F730}" dt="2020-08-30T17:29:23.536" v="16902"/>
          <ac:spMkLst>
            <pc:docMk/>
            <pc:sldMk cId="2714405986" sldId="773"/>
            <ac:spMk id="47" creationId="{FD0207EC-DFBF-45C1-BC33-720650403D0B}"/>
          </ac:spMkLst>
        </pc:spChg>
        <pc:spChg chg="add mod">
          <ac:chgData name="김 태환" userId="37bdad49bf29bd97" providerId="LiveId" clId="{D3DF9AA7-87D4-4521-97A8-27884D41F730}" dt="2020-08-30T17:31:33.591" v="17021" actId="1076"/>
          <ac:spMkLst>
            <pc:docMk/>
            <pc:sldMk cId="2714405986" sldId="773"/>
            <ac:spMk id="48" creationId="{D20FE960-F070-41F8-AA07-6D4E7216C724}"/>
          </ac:spMkLst>
        </pc:spChg>
        <pc:spChg chg="add del mod">
          <ac:chgData name="김 태환" userId="37bdad49bf29bd97" providerId="LiveId" clId="{D3DF9AA7-87D4-4521-97A8-27884D41F730}" dt="2020-08-30T17:31:46.888" v="17023" actId="478"/>
          <ac:spMkLst>
            <pc:docMk/>
            <pc:sldMk cId="2714405986" sldId="773"/>
            <ac:spMk id="49" creationId="{1CE505EA-A5E9-484A-951D-39708E600F6C}"/>
          </ac:spMkLst>
        </pc:spChg>
        <pc:grpChg chg="del">
          <ac:chgData name="김 태환" userId="37bdad49bf29bd97" providerId="LiveId" clId="{D3DF9AA7-87D4-4521-97A8-27884D41F730}" dt="2020-08-30T17:22:51.216" v="16232" actId="478"/>
          <ac:grpSpMkLst>
            <pc:docMk/>
            <pc:sldMk cId="2714405986" sldId="773"/>
            <ac:grpSpMk id="16" creationId="{A75FB0AC-0813-4D0F-8848-71BFE02C5212}"/>
          </ac:grpSpMkLst>
        </pc:grpChg>
        <pc:grpChg chg="add mod">
          <ac:chgData name="김 태환" userId="37bdad49bf29bd97" providerId="LiveId" clId="{D3DF9AA7-87D4-4521-97A8-27884D41F730}" dt="2020-08-30T17:31:22.307" v="17016" actId="1076"/>
          <ac:grpSpMkLst>
            <pc:docMk/>
            <pc:sldMk cId="2714405986" sldId="773"/>
            <ac:grpSpMk id="38" creationId="{D8617A9D-4828-4626-B58B-B94C90827729}"/>
          </ac:grpSpMkLst>
        </pc:grpChg>
        <pc:picChg chg="add mod">
          <ac:chgData name="김 태환" userId="37bdad49bf29bd97" providerId="LiveId" clId="{D3DF9AA7-87D4-4521-97A8-27884D41F730}" dt="2020-08-30T17:26:41.449" v="16421" actId="164"/>
          <ac:picMkLst>
            <pc:docMk/>
            <pc:sldMk cId="2714405986" sldId="773"/>
            <ac:picMk id="9" creationId="{FF4859AB-77AF-4B01-B32A-E8CCB025A895}"/>
          </ac:picMkLst>
        </pc:picChg>
        <pc:cxnChg chg="del mod">
          <ac:chgData name="김 태환" userId="37bdad49bf29bd97" providerId="LiveId" clId="{D3DF9AA7-87D4-4521-97A8-27884D41F730}" dt="2020-08-30T17:22:53.696" v="16233" actId="478"/>
          <ac:cxnSpMkLst>
            <pc:docMk/>
            <pc:sldMk cId="2714405986" sldId="773"/>
            <ac:cxnSpMk id="23" creationId="{2D0EE9B2-63EB-4007-9FC3-3B33F4343A13}"/>
          </ac:cxnSpMkLst>
        </pc:cxnChg>
        <pc:cxnChg chg="del mod">
          <ac:chgData name="김 태환" userId="37bdad49bf29bd97" providerId="LiveId" clId="{D3DF9AA7-87D4-4521-97A8-27884D41F730}" dt="2020-08-30T17:22:53.696" v="16233" actId="478"/>
          <ac:cxnSpMkLst>
            <pc:docMk/>
            <pc:sldMk cId="2714405986" sldId="773"/>
            <ac:cxnSpMk id="26" creationId="{4372AD3C-52D7-475E-8253-E49E86B0C7F8}"/>
          </ac:cxnSpMkLst>
        </pc:cxnChg>
        <pc:cxnChg chg="del mod">
          <ac:chgData name="김 태환" userId="37bdad49bf29bd97" providerId="LiveId" clId="{D3DF9AA7-87D4-4521-97A8-27884D41F730}" dt="2020-08-30T17:22:53.696" v="16233" actId="478"/>
          <ac:cxnSpMkLst>
            <pc:docMk/>
            <pc:sldMk cId="2714405986" sldId="773"/>
            <ac:cxnSpMk id="30" creationId="{52D9D937-99A8-4DB4-B177-CB3FE1E72487}"/>
          </ac:cxnSpMkLst>
        </pc:cxnChg>
        <pc:cxnChg chg="add mod">
          <ac:chgData name="김 태환" userId="37bdad49bf29bd97" providerId="LiveId" clId="{D3DF9AA7-87D4-4521-97A8-27884D41F730}" dt="2020-08-30T17:31:22.307" v="17016" actId="1076"/>
          <ac:cxnSpMkLst>
            <pc:docMk/>
            <pc:sldMk cId="2714405986" sldId="773"/>
            <ac:cxnSpMk id="50" creationId="{6B489E39-DF25-4D11-8613-F13991DCC25D}"/>
          </ac:cxnSpMkLst>
        </pc:cxnChg>
        <pc:cxnChg chg="add mod">
          <ac:chgData name="김 태환" userId="37bdad49bf29bd97" providerId="LiveId" clId="{D3DF9AA7-87D4-4521-97A8-27884D41F730}" dt="2020-08-30T17:31:22.307" v="17016" actId="1076"/>
          <ac:cxnSpMkLst>
            <pc:docMk/>
            <pc:sldMk cId="2714405986" sldId="773"/>
            <ac:cxnSpMk id="53" creationId="{5433888E-85BA-4330-9A0C-6EC4D4D23E7E}"/>
          </ac:cxnSpMkLst>
        </pc:cxnChg>
        <pc:cxnChg chg="add mod">
          <ac:chgData name="김 태환" userId="37bdad49bf29bd97" providerId="LiveId" clId="{D3DF9AA7-87D4-4521-97A8-27884D41F730}" dt="2020-08-30T17:31:22.307" v="17016" actId="1076"/>
          <ac:cxnSpMkLst>
            <pc:docMk/>
            <pc:sldMk cId="2714405986" sldId="773"/>
            <ac:cxnSpMk id="56" creationId="{A9808BC3-E99A-4293-9BAC-38079EA47F82}"/>
          </ac:cxnSpMkLst>
        </pc:cxnChg>
        <pc:cxnChg chg="add mod">
          <ac:chgData name="김 태환" userId="37bdad49bf29bd97" providerId="LiveId" clId="{D3DF9AA7-87D4-4521-97A8-27884D41F730}" dt="2020-08-30T17:31:22.307" v="17016" actId="1076"/>
          <ac:cxnSpMkLst>
            <pc:docMk/>
            <pc:sldMk cId="2714405986" sldId="773"/>
            <ac:cxnSpMk id="59" creationId="{67F0FC80-8AC4-478C-906D-5DF762541D84}"/>
          </ac:cxnSpMkLst>
        </pc:cxnChg>
        <pc:cxnChg chg="add mod">
          <ac:chgData name="김 태환" userId="37bdad49bf29bd97" providerId="LiveId" clId="{D3DF9AA7-87D4-4521-97A8-27884D41F730}" dt="2020-08-30T17:31:22.307" v="17016" actId="1076"/>
          <ac:cxnSpMkLst>
            <pc:docMk/>
            <pc:sldMk cId="2714405986" sldId="773"/>
            <ac:cxnSpMk id="62" creationId="{278DE51C-6A7D-4D0D-92E7-37D80624D40A}"/>
          </ac:cxnSpMkLst>
        </pc:cxnChg>
        <pc:cxnChg chg="add mod">
          <ac:chgData name="김 태환" userId="37bdad49bf29bd97" providerId="LiveId" clId="{D3DF9AA7-87D4-4521-97A8-27884D41F730}" dt="2020-08-30T17:31:22.307" v="17016" actId="1076"/>
          <ac:cxnSpMkLst>
            <pc:docMk/>
            <pc:sldMk cId="2714405986" sldId="773"/>
            <ac:cxnSpMk id="66" creationId="{B9B1353C-04E2-494C-9D8C-3065E7DCC41F}"/>
          </ac:cxnSpMkLst>
        </pc:cxnChg>
        <pc:cxnChg chg="add mod">
          <ac:chgData name="김 태환" userId="37bdad49bf29bd97" providerId="LiveId" clId="{D3DF9AA7-87D4-4521-97A8-27884D41F730}" dt="2020-08-30T17:31:22.307" v="17016" actId="1076"/>
          <ac:cxnSpMkLst>
            <pc:docMk/>
            <pc:sldMk cId="2714405986" sldId="773"/>
            <ac:cxnSpMk id="67" creationId="{0DFEE7C0-B7D3-45A6-94E3-D423C0E193C0}"/>
          </ac:cxnSpMkLst>
        </pc:cxnChg>
        <pc:cxnChg chg="add mod">
          <ac:chgData name="김 태환" userId="37bdad49bf29bd97" providerId="LiveId" clId="{D3DF9AA7-87D4-4521-97A8-27884D41F730}" dt="2020-08-30T17:31:42.524" v="17022" actId="14100"/>
          <ac:cxnSpMkLst>
            <pc:docMk/>
            <pc:sldMk cId="2714405986" sldId="773"/>
            <ac:cxnSpMk id="73" creationId="{7AF5AF26-772F-46D9-A63C-B9D62C25A10A}"/>
          </ac:cxnSpMkLst>
        </pc:cxnChg>
        <pc:cxnChg chg="add mod">
          <ac:chgData name="김 태환" userId="37bdad49bf29bd97" providerId="LiveId" clId="{D3DF9AA7-87D4-4521-97A8-27884D41F730}" dt="2020-08-30T17:31:54.992" v="17027" actId="14100"/>
          <ac:cxnSpMkLst>
            <pc:docMk/>
            <pc:sldMk cId="2714405986" sldId="773"/>
            <ac:cxnSpMk id="78" creationId="{2230594D-88F0-4D3D-B7F9-9DD2565924CE}"/>
          </ac:cxnSpMkLst>
        </pc:cxnChg>
      </pc:sldChg>
      <pc:sldChg chg="addSp delSp modSp add mod">
        <pc:chgData name="김 태환" userId="37bdad49bf29bd97" providerId="LiveId" clId="{D3DF9AA7-87D4-4521-97A8-27884D41F730}" dt="2020-08-30T17:42:17.888" v="17684" actId="20577"/>
        <pc:sldMkLst>
          <pc:docMk/>
          <pc:sldMk cId="438565296" sldId="774"/>
        </pc:sldMkLst>
        <pc:spChg chg="mod">
          <ac:chgData name="김 태환" userId="37bdad49bf29bd97" providerId="LiveId" clId="{D3DF9AA7-87D4-4521-97A8-27884D41F730}" dt="2020-08-30T17:42:17.888" v="17684" actId="20577"/>
          <ac:spMkLst>
            <pc:docMk/>
            <pc:sldMk cId="438565296" sldId="774"/>
            <ac:spMk id="2" creationId="{1A8CC5BE-6642-4BF2-A940-33972EBB8F04}"/>
          </ac:spMkLst>
        </pc:spChg>
        <pc:spChg chg="add mod">
          <ac:chgData name="김 태환" userId="37bdad49bf29bd97" providerId="LiveId" clId="{D3DF9AA7-87D4-4521-97A8-27884D41F730}" dt="2020-08-30T17:38:50.072" v="17316" actId="164"/>
          <ac:spMkLst>
            <pc:docMk/>
            <pc:sldMk cId="438565296" sldId="774"/>
            <ac:spMk id="6" creationId="{1772B6A0-4F4C-4730-8B9E-082BE7E9C42A}"/>
          </ac:spMkLst>
        </pc:spChg>
        <pc:spChg chg="add mod">
          <ac:chgData name="김 태환" userId="37bdad49bf29bd97" providerId="LiveId" clId="{D3DF9AA7-87D4-4521-97A8-27884D41F730}" dt="2020-08-30T17:38:50.072" v="17316" actId="164"/>
          <ac:spMkLst>
            <pc:docMk/>
            <pc:sldMk cId="438565296" sldId="774"/>
            <ac:spMk id="15" creationId="{363144C5-0B2C-43DF-8749-30BB4EE977E4}"/>
          </ac:spMkLst>
        </pc:spChg>
        <pc:spChg chg="add mod">
          <ac:chgData name="김 태환" userId="37bdad49bf29bd97" providerId="LiveId" clId="{D3DF9AA7-87D4-4521-97A8-27884D41F730}" dt="2020-08-30T17:38:50.072" v="17316" actId="164"/>
          <ac:spMkLst>
            <pc:docMk/>
            <pc:sldMk cId="438565296" sldId="774"/>
            <ac:spMk id="16" creationId="{2EF6FCA7-CDF9-4071-B424-0F2DEA969A34}"/>
          </ac:spMkLst>
        </pc:spChg>
        <pc:spChg chg="add mod">
          <ac:chgData name="김 태환" userId="37bdad49bf29bd97" providerId="LiveId" clId="{D3DF9AA7-87D4-4521-97A8-27884D41F730}" dt="2020-08-30T17:38:50.072" v="17316" actId="164"/>
          <ac:spMkLst>
            <pc:docMk/>
            <pc:sldMk cId="438565296" sldId="774"/>
            <ac:spMk id="18" creationId="{E2DF99B2-CA80-4DD1-AE26-83C22CFE8C39}"/>
          </ac:spMkLst>
        </pc:spChg>
        <pc:spChg chg="add mod">
          <ac:chgData name="김 태환" userId="37bdad49bf29bd97" providerId="LiveId" clId="{D3DF9AA7-87D4-4521-97A8-27884D41F730}" dt="2020-08-30T17:38:50.072" v="17316" actId="164"/>
          <ac:spMkLst>
            <pc:docMk/>
            <pc:sldMk cId="438565296" sldId="774"/>
            <ac:spMk id="20" creationId="{919F7B38-1CC9-4D72-99EE-967B474851F3}"/>
          </ac:spMkLst>
        </pc:spChg>
        <pc:spChg chg="add mod">
          <ac:chgData name="김 태환" userId="37bdad49bf29bd97" providerId="LiveId" clId="{D3DF9AA7-87D4-4521-97A8-27884D41F730}" dt="2020-08-30T17:38:50.072" v="17316" actId="164"/>
          <ac:spMkLst>
            <pc:docMk/>
            <pc:sldMk cId="438565296" sldId="774"/>
            <ac:spMk id="21" creationId="{8022F0F9-2C75-474A-AE20-FC61F7C4C041}"/>
          </ac:spMkLst>
        </pc:spChg>
        <pc:spChg chg="add mod">
          <ac:chgData name="김 태환" userId="37bdad49bf29bd97" providerId="LiveId" clId="{D3DF9AA7-87D4-4521-97A8-27884D41F730}" dt="2020-08-30T17:41:11.310" v="17456"/>
          <ac:spMkLst>
            <pc:docMk/>
            <pc:sldMk cId="438565296" sldId="774"/>
            <ac:spMk id="22" creationId="{45B90E16-91AF-4E1F-90B8-93C5F3C61EA6}"/>
          </ac:spMkLst>
        </pc:spChg>
        <pc:spChg chg="add mod">
          <ac:chgData name="김 태환" userId="37bdad49bf29bd97" providerId="LiveId" clId="{D3DF9AA7-87D4-4521-97A8-27884D41F730}" dt="2020-08-30T17:41:42.585" v="17556" actId="20577"/>
          <ac:spMkLst>
            <pc:docMk/>
            <pc:sldMk cId="438565296" sldId="774"/>
            <ac:spMk id="26" creationId="{F79D9D00-213E-4B88-8F43-7753021C7B8F}"/>
          </ac:spMkLst>
        </pc:spChg>
        <pc:spChg chg="add mod">
          <ac:chgData name="김 태환" userId="37bdad49bf29bd97" providerId="LiveId" clId="{D3DF9AA7-87D4-4521-97A8-27884D41F730}" dt="2020-08-30T17:42:00.216" v="17616"/>
          <ac:spMkLst>
            <pc:docMk/>
            <pc:sldMk cId="438565296" sldId="774"/>
            <ac:spMk id="27" creationId="{A717B926-8EEF-4E2F-A147-151857385882}"/>
          </ac:spMkLst>
        </pc:spChg>
        <pc:spChg chg="del">
          <ac:chgData name="김 태환" userId="37bdad49bf29bd97" providerId="LiveId" clId="{D3DF9AA7-87D4-4521-97A8-27884D41F730}" dt="2020-08-30T17:32:56.137" v="17029" actId="478"/>
          <ac:spMkLst>
            <pc:docMk/>
            <pc:sldMk cId="438565296" sldId="774"/>
            <ac:spMk id="40" creationId="{808DE2BA-68D5-4F74-BAE6-98F4F546DFE8}"/>
          </ac:spMkLst>
        </pc:spChg>
        <pc:spChg chg="del">
          <ac:chgData name="김 태환" userId="37bdad49bf29bd97" providerId="LiveId" clId="{D3DF9AA7-87D4-4521-97A8-27884D41F730}" dt="2020-08-30T17:32:56.137" v="17029" actId="478"/>
          <ac:spMkLst>
            <pc:docMk/>
            <pc:sldMk cId="438565296" sldId="774"/>
            <ac:spMk id="41" creationId="{C6D11D20-2BD7-41C9-A334-8764E3E7D3E1}"/>
          </ac:spMkLst>
        </pc:spChg>
        <pc:spChg chg="del">
          <ac:chgData name="김 태환" userId="37bdad49bf29bd97" providerId="LiveId" clId="{D3DF9AA7-87D4-4521-97A8-27884D41F730}" dt="2020-08-30T17:32:56.137" v="17029" actId="478"/>
          <ac:spMkLst>
            <pc:docMk/>
            <pc:sldMk cId="438565296" sldId="774"/>
            <ac:spMk id="42" creationId="{A8333E66-4454-4F4C-AC30-88722798EDE8}"/>
          </ac:spMkLst>
        </pc:spChg>
        <pc:spChg chg="del">
          <ac:chgData name="김 태환" userId="37bdad49bf29bd97" providerId="LiveId" clId="{D3DF9AA7-87D4-4521-97A8-27884D41F730}" dt="2020-08-30T17:32:56.137" v="17029" actId="478"/>
          <ac:spMkLst>
            <pc:docMk/>
            <pc:sldMk cId="438565296" sldId="774"/>
            <ac:spMk id="43" creationId="{50BA5A43-2D9C-404D-BA92-B7AC6A071417}"/>
          </ac:spMkLst>
        </pc:spChg>
        <pc:spChg chg="del">
          <ac:chgData name="김 태환" userId="37bdad49bf29bd97" providerId="LiveId" clId="{D3DF9AA7-87D4-4521-97A8-27884D41F730}" dt="2020-08-30T17:32:56.137" v="17029" actId="478"/>
          <ac:spMkLst>
            <pc:docMk/>
            <pc:sldMk cId="438565296" sldId="774"/>
            <ac:spMk id="44" creationId="{F7CC7B3D-B386-4A71-8026-F32A727F5415}"/>
          </ac:spMkLst>
        </pc:spChg>
        <pc:spChg chg="del">
          <ac:chgData name="김 태환" userId="37bdad49bf29bd97" providerId="LiveId" clId="{D3DF9AA7-87D4-4521-97A8-27884D41F730}" dt="2020-08-30T17:32:56.137" v="17029" actId="478"/>
          <ac:spMkLst>
            <pc:docMk/>
            <pc:sldMk cId="438565296" sldId="774"/>
            <ac:spMk id="45" creationId="{4F20DCAD-12D2-4929-B00D-2F7B8B9EF0D7}"/>
          </ac:spMkLst>
        </pc:spChg>
        <pc:spChg chg="del">
          <ac:chgData name="김 태환" userId="37bdad49bf29bd97" providerId="LiveId" clId="{D3DF9AA7-87D4-4521-97A8-27884D41F730}" dt="2020-08-30T17:32:56.137" v="17029" actId="478"/>
          <ac:spMkLst>
            <pc:docMk/>
            <pc:sldMk cId="438565296" sldId="774"/>
            <ac:spMk id="46" creationId="{B3223ACD-8D6F-4030-9048-E5F98AD32CFD}"/>
          </ac:spMkLst>
        </pc:spChg>
        <pc:spChg chg="del">
          <ac:chgData name="김 태환" userId="37bdad49bf29bd97" providerId="LiveId" clId="{D3DF9AA7-87D4-4521-97A8-27884D41F730}" dt="2020-08-30T17:32:56.137" v="17029" actId="478"/>
          <ac:spMkLst>
            <pc:docMk/>
            <pc:sldMk cId="438565296" sldId="774"/>
            <ac:spMk id="47" creationId="{FD0207EC-DFBF-45C1-BC33-720650403D0B}"/>
          </ac:spMkLst>
        </pc:spChg>
        <pc:spChg chg="del">
          <ac:chgData name="김 태환" userId="37bdad49bf29bd97" providerId="LiveId" clId="{D3DF9AA7-87D4-4521-97A8-27884D41F730}" dt="2020-08-30T17:32:56.137" v="17029" actId="478"/>
          <ac:spMkLst>
            <pc:docMk/>
            <pc:sldMk cId="438565296" sldId="774"/>
            <ac:spMk id="48" creationId="{D20FE960-F070-41F8-AA07-6D4E7216C724}"/>
          </ac:spMkLst>
        </pc:spChg>
        <pc:spChg chg="add mod">
          <ac:chgData name="김 태환" userId="37bdad49bf29bd97" providerId="LiveId" clId="{D3DF9AA7-87D4-4521-97A8-27884D41F730}" dt="2020-08-30T17:40:49.055" v="17387"/>
          <ac:spMkLst>
            <pc:docMk/>
            <pc:sldMk cId="438565296" sldId="774"/>
            <ac:spMk id="58" creationId="{D79A61A6-366D-4ECC-85F8-93CE1A879659}"/>
          </ac:spMkLst>
        </pc:spChg>
        <pc:spChg chg="add mod">
          <ac:chgData name="김 태환" userId="37bdad49bf29bd97" providerId="LiveId" clId="{D3DF9AA7-87D4-4521-97A8-27884D41F730}" dt="2020-08-30T17:41:33.865" v="17522" actId="20577"/>
          <ac:spMkLst>
            <pc:docMk/>
            <pc:sldMk cId="438565296" sldId="774"/>
            <ac:spMk id="60" creationId="{3D34F8BC-B03A-4673-9297-369554EE37E4}"/>
          </ac:spMkLst>
        </pc:spChg>
        <pc:spChg chg="add mod">
          <ac:chgData name="김 태환" userId="37bdad49bf29bd97" providerId="LiveId" clId="{D3DF9AA7-87D4-4521-97A8-27884D41F730}" dt="2020-08-30T17:42:13.232" v="17680" actId="20577"/>
          <ac:spMkLst>
            <pc:docMk/>
            <pc:sldMk cId="438565296" sldId="774"/>
            <ac:spMk id="74" creationId="{EDA4367A-74DB-4E25-8B82-63BE2DD3BEC7}"/>
          </ac:spMkLst>
        </pc:spChg>
        <pc:grpChg chg="add mod">
          <ac:chgData name="김 태환" userId="37bdad49bf29bd97" providerId="LiveId" clId="{D3DF9AA7-87D4-4521-97A8-27884D41F730}" dt="2020-08-30T17:38:58.703" v="17320" actId="1076"/>
          <ac:grpSpMkLst>
            <pc:docMk/>
            <pc:sldMk cId="438565296" sldId="774"/>
            <ac:grpSpMk id="23" creationId="{460812A1-F7D9-48A8-9B86-C806A1BE0C40}"/>
          </ac:grpSpMkLst>
        </pc:grpChg>
        <pc:grpChg chg="del">
          <ac:chgData name="김 태환" userId="37bdad49bf29bd97" providerId="LiveId" clId="{D3DF9AA7-87D4-4521-97A8-27884D41F730}" dt="2020-08-30T17:32:56.137" v="17029" actId="478"/>
          <ac:grpSpMkLst>
            <pc:docMk/>
            <pc:sldMk cId="438565296" sldId="774"/>
            <ac:grpSpMk id="38" creationId="{D8617A9D-4828-4626-B58B-B94C90827729}"/>
          </ac:grpSpMkLst>
        </pc:grpChg>
        <pc:picChg chg="add del mod">
          <ac:chgData name="김 태환" userId="37bdad49bf29bd97" providerId="LiveId" clId="{D3DF9AA7-87D4-4521-97A8-27884D41F730}" dt="2020-08-30T17:37:00.409" v="17280" actId="478"/>
          <ac:picMkLst>
            <pc:docMk/>
            <pc:sldMk cId="438565296" sldId="774"/>
            <ac:picMk id="5" creationId="{BAE66366-C6F5-47C4-8726-5C2380BC97F0}"/>
          </ac:picMkLst>
        </pc:picChg>
        <pc:picChg chg="add mod ord">
          <ac:chgData name="김 태환" userId="37bdad49bf29bd97" providerId="LiveId" clId="{D3DF9AA7-87D4-4521-97A8-27884D41F730}" dt="2020-08-30T17:38:50.072" v="17316" actId="164"/>
          <ac:picMkLst>
            <pc:docMk/>
            <pc:sldMk cId="438565296" sldId="774"/>
            <ac:picMk id="13" creationId="{9683F238-541B-4E50-B65F-C13D5DB8BE23}"/>
          </ac:picMkLst>
        </pc:picChg>
        <pc:cxnChg chg="del mod">
          <ac:chgData name="김 태환" userId="37bdad49bf29bd97" providerId="LiveId" clId="{D3DF9AA7-87D4-4521-97A8-27884D41F730}" dt="2020-08-30T17:32:56.137" v="17029" actId="478"/>
          <ac:cxnSpMkLst>
            <pc:docMk/>
            <pc:sldMk cId="438565296" sldId="774"/>
            <ac:cxnSpMk id="50" creationId="{6B489E39-DF25-4D11-8613-F13991DCC25D}"/>
          </ac:cxnSpMkLst>
        </pc:cxnChg>
        <pc:cxnChg chg="del mod">
          <ac:chgData name="김 태환" userId="37bdad49bf29bd97" providerId="LiveId" clId="{D3DF9AA7-87D4-4521-97A8-27884D41F730}" dt="2020-08-30T17:32:56.137" v="17029" actId="478"/>
          <ac:cxnSpMkLst>
            <pc:docMk/>
            <pc:sldMk cId="438565296" sldId="774"/>
            <ac:cxnSpMk id="53" creationId="{5433888E-85BA-4330-9A0C-6EC4D4D23E7E}"/>
          </ac:cxnSpMkLst>
        </pc:cxnChg>
        <pc:cxnChg chg="del mod">
          <ac:chgData name="김 태환" userId="37bdad49bf29bd97" providerId="LiveId" clId="{D3DF9AA7-87D4-4521-97A8-27884D41F730}" dt="2020-08-30T17:32:56.137" v="17029" actId="478"/>
          <ac:cxnSpMkLst>
            <pc:docMk/>
            <pc:sldMk cId="438565296" sldId="774"/>
            <ac:cxnSpMk id="56" creationId="{A9808BC3-E99A-4293-9BAC-38079EA47F82}"/>
          </ac:cxnSpMkLst>
        </pc:cxnChg>
        <pc:cxnChg chg="del mod">
          <ac:chgData name="김 태환" userId="37bdad49bf29bd97" providerId="LiveId" clId="{D3DF9AA7-87D4-4521-97A8-27884D41F730}" dt="2020-08-30T17:32:56.137" v="17029" actId="478"/>
          <ac:cxnSpMkLst>
            <pc:docMk/>
            <pc:sldMk cId="438565296" sldId="774"/>
            <ac:cxnSpMk id="59" creationId="{67F0FC80-8AC4-478C-906D-5DF762541D84}"/>
          </ac:cxnSpMkLst>
        </pc:cxnChg>
        <pc:cxnChg chg="add mod">
          <ac:chgData name="김 태환" userId="37bdad49bf29bd97" providerId="LiveId" clId="{D3DF9AA7-87D4-4521-97A8-27884D41F730}" dt="2020-08-30T17:39:14.379" v="17326" actId="14100"/>
          <ac:cxnSpMkLst>
            <pc:docMk/>
            <pc:sldMk cId="438565296" sldId="774"/>
            <ac:cxnSpMk id="61" creationId="{C4D496F8-B210-4663-A680-4748C78F2AF7}"/>
          </ac:cxnSpMkLst>
        </pc:cxnChg>
        <pc:cxnChg chg="del mod">
          <ac:chgData name="김 태환" userId="37bdad49bf29bd97" providerId="LiveId" clId="{D3DF9AA7-87D4-4521-97A8-27884D41F730}" dt="2020-08-30T17:32:56.137" v="17029" actId="478"/>
          <ac:cxnSpMkLst>
            <pc:docMk/>
            <pc:sldMk cId="438565296" sldId="774"/>
            <ac:cxnSpMk id="62" creationId="{278DE51C-6A7D-4D0D-92E7-37D80624D40A}"/>
          </ac:cxnSpMkLst>
        </pc:cxnChg>
        <pc:cxnChg chg="add mod">
          <ac:chgData name="김 태환" userId="37bdad49bf29bd97" providerId="LiveId" clId="{D3DF9AA7-87D4-4521-97A8-27884D41F730}" dt="2020-08-30T17:39:54.940" v="17342" actId="1076"/>
          <ac:cxnSpMkLst>
            <pc:docMk/>
            <pc:sldMk cId="438565296" sldId="774"/>
            <ac:cxnSpMk id="65" creationId="{9457B396-046E-4B0F-BC0A-C2221E56A0E1}"/>
          </ac:cxnSpMkLst>
        </pc:cxnChg>
        <pc:cxnChg chg="del mod">
          <ac:chgData name="김 태환" userId="37bdad49bf29bd97" providerId="LiveId" clId="{D3DF9AA7-87D4-4521-97A8-27884D41F730}" dt="2020-08-30T17:32:56.137" v="17029" actId="478"/>
          <ac:cxnSpMkLst>
            <pc:docMk/>
            <pc:sldMk cId="438565296" sldId="774"/>
            <ac:cxnSpMk id="66" creationId="{B9B1353C-04E2-494C-9D8C-3065E7DCC41F}"/>
          </ac:cxnSpMkLst>
        </pc:cxnChg>
        <pc:cxnChg chg="del mod">
          <ac:chgData name="김 태환" userId="37bdad49bf29bd97" providerId="LiveId" clId="{D3DF9AA7-87D4-4521-97A8-27884D41F730}" dt="2020-08-30T17:32:56.137" v="17029" actId="478"/>
          <ac:cxnSpMkLst>
            <pc:docMk/>
            <pc:sldMk cId="438565296" sldId="774"/>
            <ac:cxnSpMk id="67" creationId="{0DFEE7C0-B7D3-45A6-94E3-D423C0E193C0}"/>
          </ac:cxnSpMkLst>
        </pc:cxnChg>
        <pc:cxnChg chg="add mod">
          <ac:chgData name="김 태환" userId="37bdad49bf29bd97" providerId="LiveId" clId="{D3DF9AA7-87D4-4521-97A8-27884D41F730}" dt="2020-08-30T17:40:05.536" v="17347" actId="14100"/>
          <ac:cxnSpMkLst>
            <pc:docMk/>
            <pc:sldMk cId="438565296" sldId="774"/>
            <ac:cxnSpMk id="70" creationId="{7C428059-2966-4526-91AB-D8A25842ADCC}"/>
          </ac:cxnSpMkLst>
        </pc:cxnChg>
        <pc:cxnChg chg="del mod">
          <ac:chgData name="김 태환" userId="37bdad49bf29bd97" providerId="LiveId" clId="{D3DF9AA7-87D4-4521-97A8-27884D41F730}" dt="2020-08-30T17:32:56.137" v="17029" actId="478"/>
          <ac:cxnSpMkLst>
            <pc:docMk/>
            <pc:sldMk cId="438565296" sldId="774"/>
            <ac:cxnSpMk id="73" creationId="{7AF5AF26-772F-46D9-A63C-B9D62C25A10A}"/>
          </ac:cxnSpMkLst>
        </pc:cxnChg>
        <pc:cxnChg chg="add mod">
          <ac:chgData name="김 태환" userId="37bdad49bf29bd97" providerId="LiveId" clId="{D3DF9AA7-87D4-4521-97A8-27884D41F730}" dt="2020-08-30T17:40:21.165" v="17351" actId="14100"/>
          <ac:cxnSpMkLst>
            <pc:docMk/>
            <pc:sldMk cId="438565296" sldId="774"/>
            <ac:cxnSpMk id="75" creationId="{FD8B60FD-C9B3-441E-9086-64602A7A24C3}"/>
          </ac:cxnSpMkLst>
        </pc:cxnChg>
        <pc:cxnChg chg="del mod">
          <ac:chgData name="김 태환" userId="37bdad49bf29bd97" providerId="LiveId" clId="{D3DF9AA7-87D4-4521-97A8-27884D41F730}" dt="2020-08-30T17:32:56.137" v="17029" actId="478"/>
          <ac:cxnSpMkLst>
            <pc:docMk/>
            <pc:sldMk cId="438565296" sldId="774"/>
            <ac:cxnSpMk id="78" creationId="{2230594D-88F0-4D3D-B7F9-9DD2565924CE}"/>
          </ac:cxnSpMkLst>
        </pc:cxnChg>
        <pc:cxnChg chg="add mod">
          <ac:chgData name="김 태환" userId="37bdad49bf29bd97" providerId="LiveId" clId="{D3DF9AA7-87D4-4521-97A8-27884D41F730}" dt="2020-08-30T17:40:34.317" v="17355" actId="14100"/>
          <ac:cxnSpMkLst>
            <pc:docMk/>
            <pc:sldMk cId="438565296" sldId="774"/>
            <ac:cxnSpMk id="79" creationId="{ED140A6D-FF47-4C3B-9133-2FC3B458AE12}"/>
          </ac:cxnSpMkLst>
        </pc:cxnChg>
        <pc:cxnChg chg="add mod">
          <ac:chgData name="김 태환" userId="37bdad49bf29bd97" providerId="LiveId" clId="{D3DF9AA7-87D4-4521-97A8-27884D41F730}" dt="2020-08-30T17:40:41.612" v="17359" actId="14100"/>
          <ac:cxnSpMkLst>
            <pc:docMk/>
            <pc:sldMk cId="438565296" sldId="774"/>
            <ac:cxnSpMk id="81" creationId="{C71DA4CD-97AC-46E4-B63C-F5829666F132}"/>
          </ac:cxnSpMkLst>
        </pc:cxnChg>
      </pc:sldChg>
      <pc:sldChg chg="addSp delSp modSp add mod">
        <pc:chgData name="김 태환" userId="37bdad49bf29bd97" providerId="LiveId" clId="{D3DF9AA7-87D4-4521-97A8-27884D41F730}" dt="2020-08-30T23:31:14.405" v="18230" actId="208"/>
        <pc:sldMkLst>
          <pc:docMk/>
          <pc:sldMk cId="1771146273" sldId="775"/>
        </pc:sldMkLst>
        <pc:spChg chg="del mod">
          <ac:chgData name="김 태환" userId="37bdad49bf29bd97" providerId="LiveId" clId="{D3DF9AA7-87D4-4521-97A8-27884D41F730}" dt="2020-08-30T17:42:25.728" v="17688" actId="478"/>
          <ac:spMkLst>
            <pc:docMk/>
            <pc:sldMk cId="1771146273" sldId="775"/>
            <ac:spMk id="2" creationId="{1A8CC5BE-6642-4BF2-A940-33972EBB8F04}"/>
          </ac:spMkLst>
        </pc:spChg>
        <pc:spChg chg="add mod">
          <ac:chgData name="김 태환" userId="37bdad49bf29bd97" providerId="LiveId" clId="{D3DF9AA7-87D4-4521-97A8-27884D41F730}" dt="2020-08-30T23:26:52.925" v="18087" actId="20577"/>
          <ac:spMkLst>
            <pc:docMk/>
            <pc:sldMk cId="1771146273" sldId="775"/>
            <ac:spMk id="5" creationId="{A371DB91-4D0C-4D13-B2BE-C2C7C1416BCD}"/>
          </ac:spMkLst>
        </pc:spChg>
        <pc:spChg chg="add mod">
          <ac:chgData name="김 태환" userId="37bdad49bf29bd97" providerId="LiveId" clId="{D3DF9AA7-87D4-4521-97A8-27884D41F730}" dt="2020-08-30T23:25:24.670" v="18005" actId="1076"/>
          <ac:spMkLst>
            <pc:docMk/>
            <pc:sldMk cId="1771146273" sldId="775"/>
            <ac:spMk id="6" creationId="{C262E1E1-E86C-4D8D-93C8-6BD2F563FAAA}"/>
          </ac:spMkLst>
        </pc:spChg>
        <pc:spChg chg="mod">
          <ac:chgData name="김 태환" userId="37bdad49bf29bd97" providerId="LiveId" clId="{D3DF9AA7-87D4-4521-97A8-27884D41F730}" dt="2020-08-30T17:42:43.560" v="17757"/>
          <ac:spMkLst>
            <pc:docMk/>
            <pc:sldMk cId="1771146273" sldId="775"/>
            <ac:spMk id="7" creationId="{00000000-0000-0000-0000-000000000000}"/>
          </ac:spMkLst>
        </pc:spChg>
        <pc:spChg chg="add del mod">
          <ac:chgData name="김 태환" userId="37bdad49bf29bd97" providerId="LiveId" clId="{D3DF9AA7-87D4-4521-97A8-27884D41F730}" dt="2020-08-30T23:29:41.452" v="18132" actId="478"/>
          <ac:spMkLst>
            <pc:docMk/>
            <pc:sldMk cId="1771146273" sldId="775"/>
            <ac:spMk id="12" creationId="{0CB01FF2-0087-405C-9F57-9A9613512EE2}"/>
          </ac:spMkLst>
        </pc:spChg>
        <pc:spChg chg="add mod">
          <ac:chgData name="김 태환" userId="37bdad49bf29bd97" providerId="LiveId" clId="{D3DF9AA7-87D4-4521-97A8-27884D41F730}" dt="2020-08-30T23:29:47.361" v="18135" actId="14100"/>
          <ac:spMkLst>
            <pc:docMk/>
            <pc:sldMk cId="1771146273" sldId="775"/>
            <ac:spMk id="15" creationId="{EAB560C2-44F5-4ACC-A6D2-6F8957F01BE4}"/>
          </ac:spMkLst>
        </pc:spChg>
        <pc:spChg chg="del">
          <ac:chgData name="김 태환" userId="37bdad49bf29bd97" providerId="LiveId" clId="{D3DF9AA7-87D4-4521-97A8-27884D41F730}" dt="2020-08-30T17:42:25.728" v="17688" actId="478"/>
          <ac:spMkLst>
            <pc:docMk/>
            <pc:sldMk cId="1771146273" sldId="775"/>
            <ac:spMk id="22" creationId="{45B90E16-91AF-4E1F-90B8-93C5F3C61EA6}"/>
          </ac:spMkLst>
        </pc:spChg>
        <pc:spChg chg="add del mod">
          <ac:chgData name="김 태환" userId="37bdad49bf29bd97" providerId="LiveId" clId="{D3DF9AA7-87D4-4521-97A8-27884D41F730}" dt="2020-08-30T23:29:38.220" v="18131" actId="478"/>
          <ac:spMkLst>
            <pc:docMk/>
            <pc:sldMk cId="1771146273" sldId="775"/>
            <ac:spMk id="24" creationId="{156CB107-49B8-4804-97A3-2D679BE308F9}"/>
          </ac:spMkLst>
        </pc:spChg>
        <pc:spChg chg="del">
          <ac:chgData name="김 태환" userId="37bdad49bf29bd97" providerId="LiveId" clId="{D3DF9AA7-87D4-4521-97A8-27884D41F730}" dt="2020-08-30T17:42:25.728" v="17688" actId="478"/>
          <ac:spMkLst>
            <pc:docMk/>
            <pc:sldMk cId="1771146273" sldId="775"/>
            <ac:spMk id="26" creationId="{F79D9D00-213E-4B88-8F43-7753021C7B8F}"/>
          </ac:spMkLst>
        </pc:spChg>
        <pc:spChg chg="add del mod">
          <ac:chgData name="김 태환" userId="37bdad49bf29bd97" providerId="LiveId" clId="{D3DF9AA7-87D4-4521-97A8-27884D41F730}" dt="2020-08-30T23:29:13.604" v="18126" actId="478"/>
          <ac:spMkLst>
            <pc:docMk/>
            <pc:sldMk cId="1771146273" sldId="775"/>
            <ac:spMk id="27" creationId="{27381760-BAE7-4F0F-84BE-4CF8992C3BF9}"/>
          </ac:spMkLst>
        </pc:spChg>
        <pc:spChg chg="del">
          <ac:chgData name="김 태환" userId="37bdad49bf29bd97" providerId="LiveId" clId="{D3DF9AA7-87D4-4521-97A8-27884D41F730}" dt="2020-08-30T17:42:25.728" v="17688" actId="478"/>
          <ac:spMkLst>
            <pc:docMk/>
            <pc:sldMk cId="1771146273" sldId="775"/>
            <ac:spMk id="27" creationId="{A717B926-8EEF-4E2F-A147-151857385882}"/>
          </ac:spMkLst>
        </pc:spChg>
        <pc:spChg chg="add mod ord">
          <ac:chgData name="김 태환" userId="37bdad49bf29bd97" providerId="LiveId" clId="{D3DF9AA7-87D4-4521-97A8-27884D41F730}" dt="2020-08-30T23:31:14.405" v="18230" actId="208"/>
          <ac:spMkLst>
            <pc:docMk/>
            <pc:sldMk cId="1771146273" sldId="775"/>
            <ac:spMk id="29" creationId="{6D469B9C-307D-4506-B34B-6E45B151EA40}"/>
          </ac:spMkLst>
        </pc:spChg>
        <pc:spChg chg="add mod">
          <ac:chgData name="김 태환" userId="37bdad49bf29bd97" providerId="LiveId" clId="{D3DF9AA7-87D4-4521-97A8-27884D41F730}" dt="2020-08-30T23:31:04.627" v="18227" actId="14100"/>
          <ac:spMkLst>
            <pc:docMk/>
            <pc:sldMk cId="1771146273" sldId="775"/>
            <ac:spMk id="33" creationId="{33183853-F758-429C-8048-310C14B4E67D}"/>
          </ac:spMkLst>
        </pc:spChg>
        <pc:spChg chg="add mod">
          <ac:chgData name="김 태환" userId="37bdad49bf29bd97" providerId="LiveId" clId="{D3DF9AA7-87D4-4521-97A8-27884D41F730}" dt="2020-08-30T23:31:12.312" v="18229" actId="208"/>
          <ac:spMkLst>
            <pc:docMk/>
            <pc:sldMk cId="1771146273" sldId="775"/>
            <ac:spMk id="35" creationId="{0333A010-408E-411B-B110-DDCEA87E842E}"/>
          </ac:spMkLst>
        </pc:spChg>
        <pc:spChg chg="add mod">
          <ac:chgData name="김 태환" userId="37bdad49bf29bd97" providerId="LiveId" clId="{D3DF9AA7-87D4-4521-97A8-27884D41F730}" dt="2020-08-30T23:30:08.818" v="18142" actId="14100"/>
          <ac:spMkLst>
            <pc:docMk/>
            <pc:sldMk cId="1771146273" sldId="775"/>
            <ac:spMk id="38" creationId="{B8BA7ED3-343A-4C45-A0D3-B95662E1A7A3}"/>
          </ac:spMkLst>
        </pc:spChg>
        <pc:spChg chg="del">
          <ac:chgData name="김 태환" userId="37bdad49bf29bd97" providerId="LiveId" clId="{D3DF9AA7-87D4-4521-97A8-27884D41F730}" dt="2020-08-30T17:42:25.728" v="17688" actId="478"/>
          <ac:spMkLst>
            <pc:docMk/>
            <pc:sldMk cId="1771146273" sldId="775"/>
            <ac:spMk id="58" creationId="{D79A61A6-366D-4ECC-85F8-93CE1A879659}"/>
          </ac:spMkLst>
        </pc:spChg>
        <pc:spChg chg="del">
          <ac:chgData name="김 태환" userId="37bdad49bf29bd97" providerId="LiveId" clId="{D3DF9AA7-87D4-4521-97A8-27884D41F730}" dt="2020-08-30T17:42:25.728" v="17688" actId="478"/>
          <ac:spMkLst>
            <pc:docMk/>
            <pc:sldMk cId="1771146273" sldId="775"/>
            <ac:spMk id="60" creationId="{3D34F8BC-B03A-4673-9297-369554EE37E4}"/>
          </ac:spMkLst>
        </pc:spChg>
        <pc:spChg chg="del">
          <ac:chgData name="김 태환" userId="37bdad49bf29bd97" providerId="LiveId" clId="{D3DF9AA7-87D4-4521-97A8-27884D41F730}" dt="2020-08-30T17:42:25.728" v="17688" actId="478"/>
          <ac:spMkLst>
            <pc:docMk/>
            <pc:sldMk cId="1771146273" sldId="775"/>
            <ac:spMk id="74" creationId="{EDA4367A-74DB-4E25-8B82-63BE2DD3BEC7}"/>
          </ac:spMkLst>
        </pc:spChg>
        <pc:grpChg chg="del">
          <ac:chgData name="김 태환" userId="37bdad49bf29bd97" providerId="LiveId" clId="{D3DF9AA7-87D4-4521-97A8-27884D41F730}" dt="2020-08-30T17:42:27.232" v="17689" actId="478"/>
          <ac:grpSpMkLst>
            <pc:docMk/>
            <pc:sldMk cId="1771146273" sldId="775"/>
            <ac:grpSpMk id="23" creationId="{460812A1-F7D9-48A8-9B86-C806A1BE0C40}"/>
          </ac:grpSpMkLst>
        </pc:grpChg>
        <pc:picChg chg="add mod">
          <ac:chgData name="김 태환" userId="37bdad49bf29bd97" providerId="LiveId" clId="{D3DF9AA7-87D4-4521-97A8-27884D41F730}" dt="2020-08-30T23:25:20.309" v="18004" actId="1076"/>
          <ac:picMkLst>
            <pc:docMk/>
            <pc:sldMk cId="1771146273" sldId="775"/>
            <ac:picMk id="2" creationId="{8C9BFEC9-2366-40D1-8853-A62C3AD50B3F}"/>
          </ac:picMkLst>
        </pc:picChg>
        <pc:picChg chg="add mod">
          <ac:chgData name="김 태환" userId="37bdad49bf29bd97" providerId="LiveId" clId="{D3DF9AA7-87D4-4521-97A8-27884D41F730}" dt="2020-08-30T23:29:44.968" v="18134" actId="1076"/>
          <ac:picMkLst>
            <pc:docMk/>
            <pc:sldMk cId="1771146273" sldId="775"/>
            <ac:picMk id="13" creationId="{22A76F35-53BA-444D-983E-46E078E1657A}"/>
          </ac:picMkLst>
        </pc:picChg>
        <pc:cxnChg chg="add mod">
          <ac:chgData name="김 태환" userId="37bdad49bf29bd97" providerId="LiveId" clId="{D3DF9AA7-87D4-4521-97A8-27884D41F730}" dt="2020-08-30T23:29:47.361" v="18135" actId="14100"/>
          <ac:cxnSpMkLst>
            <pc:docMk/>
            <pc:sldMk cId="1771146273" sldId="775"/>
            <ac:cxnSpMk id="16" creationId="{FB203AF6-04FD-47BC-96EA-0B70E2E99A4E}"/>
          </ac:cxnSpMkLst>
        </pc:cxnChg>
        <pc:cxnChg chg="add del mod">
          <ac:chgData name="김 태환" userId="37bdad49bf29bd97" providerId="LiveId" clId="{D3DF9AA7-87D4-4521-97A8-27884D41F730}" dt="2020-08-30T23:29:42.892" v="18133" actId="478"/>
          <ac:cxnSpMkLst>
            <pc:docMk/>
            <pc:sldMk cId="1771146273" sldId="775"/>
            <ac:cxnSpMk id="20" creationId="{03A0A9B1-840D-4883-A2DB-DE64932FC040}"/>
          </ac:cxnSpMkLst>
        </pc:cxnChg>
        <pc:cxnChg chg="add mod">
          <ac:chgData name="김 태환" userId="37bdad49bf29bd97" providerId="LiveId" clId="{D3DF9AA7-87D4-4521-97A8-27884D41F730}" dt="2020-08-30T23:31:04.627" v="18227" actId="14100"/>
          <ac:cxnSpMkLst>
            <pc:docMk/>
            <pc:sldMk cId="1771146273" sldId="775"/>
            <ac:cxnSpMk id="36" creationId="{455412E3-7EB1-4B12-AE8E-F5C80BFF6E7E}"/>
          </ac:cxnSpMkLst>
        </pc:cxnChg>
        <pc:cxnChg chg="del mod">
          <ac:chgData name="김 태환" userId="37bdad49bf29bd97" providerId="LiveId" clId="{D3DF9AA7-87D4-4521-97A8-27884D41F730}" dt="2020-08-30T17:42:25.728" v="17688" actId="478"/>
          <ac:cxnSpMkLst>
            <pc:docMk/>
            <pc:sldMk cId="1771146273" sldId="775"/>
            <ac:cxnSpMk id="61" creationId="{C4D496F8-B210-4663-A680-4748C78F2AF7}"/>
          </ac:cxnSpMkLst>
        </pc:cxnChg>
        <pc:cxnChg chg="del mod">
          <ac:chgData name="김 태환" userId="37bdad49bf29bd97" providerId="LiveId" clId="{D3DF9AA7-87D4-4521-97A8-27884D41F730}" dt="2020-08-30T17:42:25.728" v="17688" actId="478"/>
          <ac:cxnSpMkLst>
            <pc:docMk/>
            <pc:sldMk cId="1771146273" sldId="775"/>
            <ac:cxnSpMk id="65" creationId="{9457B396-046E-4B0F-BC0A-C2221E56A0E1}"/>
          </ac:cxnSpMkLst>
        </pc:cxnChg>
        <pc:cxnChg chg="del mod">
          <ac:chgData name="김 태환" userId="37bdad49bf29bd97" providerId="LiveId" clId="{D3DF9AA7-87D4-4521-97A8-27884D41F730}" dt="2020-08-30T17:42:25.728" v="17688" actId="478"/>
          <ac:cxnSpMkLst>
            <pc:docMk/>
            <pc:sldMk cId="1771146273" sldId="775"/>
            <ac:cxnSpMk id="70" creationId="{7C428059-2966-4526-91AB-D8A25842ADCC}"/>
          </ac:cxnSpMkLst>
        </pc:cxnChg>
        <pc:cxnChg chg="del mod">
          <ac:chgData name="김 태환" userId="37bdad49bf29bd97" providerId="LiveId" clId="{D3DF9AA7-87D4-4521-97A8-27884D41F730}" dt="2020-08-30T17:42:25.728" v="17688" actId="478"/>
          <ac:cxnSpMkLst>
            <pc:docMk/>
            <pc:sldMk cId="1771146273" sldId="775"/>
            <ac:cxnSpMk id="75" creationId="{FD8B60FD-C9B3-441E-9086-64602A7A24C3}"/>
          </ac:cxnSpMkLst>
        </pc:cxnChg>
        <pc:cxnChg chg="del mod">
          <ac:chgData name="김 태환" userId="37bdad49bf29bd97" providerId="LiveId" clId="{D3DF9AA7-87D4-4521-97A8-27884D41F730}" dt="2020-08-30T17:42:25.728" v="17688" actId="478"/>
          <ac:cxnSpMkLst>
            <pc:docMk/>
            <pc:sldMk cId="1771146273" sldId="775"/>
            <ac:cxnSpMk id="79" creationId="{ED140A6D-FF47-4C3B-9133-2FC3B458AE12}"/>
          </ac:cxnSpMkLst>
        </pc:cxnChg>
        <pc:cxnChg chg="del mod">
          <ac:chgData name="김 태환" userId="37bdad49bf29bd97" providerId="LiveId" clId="{D3DF9AA7-87D4-4521-97A8-27884D41F730}" dt="2020-08-30T17:42:25.728" v="17688" actId="478"/>
          <ac:cxnSpMkLst>
            <pc:docMk/>
            <pc:sldMk cId="1771146273" sldId="775"/>
            <ac:cxnSpMk id="81" creationId="{C71DA4CD-97AC-46E4-B63C-F5829666F132}"/>
          </ac:cxnSpMkLst>
        </pc:cxnChg>
      </pc:sldChg>
      <pc:sldChg chg="addSp delSp modSp add mod">
        <pc:chgData name="김 태환" userId="37bdad49bf29bd97" providerId="LiveId" clId="{D3DF9AA7-87D4-4521-97A8-27884D41F730}" dt="2020-08-30T23:43:53.936" v="18449" actId="14100"/>
        <pc:sldMkLst>
          <pc:docMk/>
          <pc:sldMk cId="2191581250" sldId="776"/>
        </pc:sldMkLst>
        <pc:spChg chg="mod">
          <ac:chgData name="김 태환" userId="37bdad49bf29bd97" providerId="LiveId" clId="{D3DF9AA7-87D4-4521-97A8-27884D41F730}" dt="2020-08-30T23:40:32.558" v="18325" actId="20577"/>
          <ac:spMkLst>
            <pc:docMk/>
            <pc:sldMk cId="2191581250" sldId="776"/>
            <ac:spMk id="5" creationId="{A371DB91-4D0C-4D13-B2BE-C2C7C1416BCD}"/>
          </ac:spMkLst>
        </pc:spChg>
        <pc:spChg chg="del">
          <ac:chgData name="김 태환" userId="37bdad49bf29bd97" providerId="LiveId" clId="{D3DF9AA7-87D4-4521-97A8-27884D41F730}" dt="2020-08-30T23:38:07.877" v="18234" actId="478"/>
          <ac:spMkLst>
            <pc:docMk/>
            <pc:sldMk cId="2191581250" sldId="776"/>
            <ac:spMk id="6" creationId="{C262E1E1-E86C-4D8D-93C8-6BD2F563FAAA}"/>
          </ac:spMkLst>
        </pc:spChg>
        <pc:spChg chg="add mod">
          <ac:chgData name="김 태환" userId="37bdad49bf29bd97" providerId="LiveId" clId="{D3DF9AA7-87D4-4521-97A8-27884D41F730}" dt="2020-08-30T23:41:58.869" v="18432" actId="164"/>
          <ac:spMkLst>
            <pc:docMk/>
            <pc:sldMk cId="2191581250" sldId="776"/>
            <ac:spMk id="10" creationId="{1645C630-3A92-46EF-B029-DB2C45388F0E}"/>
          </ac:spMkLst>
        </pc:spChg>
        <pc:spChg chg="add mod">
          <ac:chgData name="김 태환" userId="37bdad49bf29bd97" providerId="LiveId" clId="{D3DF9AA7-87D4-4521-97A8-27884D41F730}" dt="2020-08-30T23:41:58.869" v="18432" actId="164"/>
          <ac:spMkLst>
            <pc:docMk/>
            <pc:sldMk cId="2191581250" sldId="776"/>
            <ac:spMk id="11" creationId="{A5894A31-A006-4209-9941-06F610D64261}"/>
          </ac:spMkLst>
        </pc:spChg>
        <pc:spChg chg="add mod">
          <ac:chgData name="김 태환" userId="37bdad49bf29bd97" providerId="LiveId" clId="{D3DF9AA7-87D4-4521-97A8-27884D41F730}" dt="2020-08-30T23:41:58.869" v="18432" actId="164"/>
          <ac:spMkLst>
            <pc:docMk/>
            <pc:sldMk cId="2191581250" sldId="776"/>
            <ac:spMk id="12" creationId="{FA1B5315-B835-420B-BFD2-FCF119BEA098}"/>
          </ac:spMkLst>
        </pc:spChg>
        <pc:spChg chg="add mod">
          <ac:chgData name="김 태환" userId="37bdad49bf29bd97" providerId="LiveId" clId="{D3DF9AA7-87D4-4521-97A8-27884D41F730}" dt="2020-08-30T23:42:07.560" v="18434" actId="1076"/>
          <ac:spMkLst>
            <pc:docMk/>
            <pc:sldMk cId="2191581250" sldId="776"/>
            <ac:spMk id="14" creationId="{6CDD41BA-600F-4828-8B10-D3D812F0274B}"/>
          </ac:spMkLst>
        </pc:spChg>
        <pc:spChg chg="del">
          <ac:chgData name="김 태환" userId="37bdad49bf29bd97" providerId="LiveId" clId="{D3DF9AA7-87D4-4521-97A8-27884D41F730}" dt="2020-08-30T23:38:05.962" v="18233" actId="478"/>
          <ac:spMkLst>
            <pc:docMk/>
            <pc:sldMk cId="2191581250" sldId="776"/>
            <ac:spMk id="15" creationId="{EAB560C2-44F5-4ACC-A6D2-6F8957F01BE4}"/>
          </ac:spMkLst>
        </pc:spChg>
        <pc:spChg chg="add mod">
          <ac:chgData name="김 태환" userId="37bdad49bf29bd97" providerId="LiveId" clId="{D3DF9AA7-87D4-4521-97A8-27884D41F730}" dt="2020-08-30T23:42:07.560" v="18434" actId="1076"/>
          <ac:spMkLst>
            <pc:docMk/>
            <pc:sldMk cId="2191581250" sldId="776"/>
            <ac:spMk id="17" creationId="{6CFD7DC5-CECD-4C2D-B33C-042626F73D5B}"/>
          </ac:spMkLst>
        </pc:spChg>
        <pc:spChg chg="add mod">
          <ac:chgData name="김 태환" userId="37bdad49bf29bd97" providerId="LiveId" clId="{D3DF9AA7-87D4-4521-97A8-27884D41F730}" dt="2020-08-30T23:43:32.432" v="18440" actId="1076"/>
          <ac:spMkLst>
            <pc:docMk/>
            <pc:sldMk cId="2191581250" sldId="776"/>
            <ac:spMk id="28" creationId="{6C6B6E8D-FFCA-47E6-B698-306456DDFF26}"/>
          </ac:spMkLst>
        </pc:spChg>
        <pc:spChg chg="del">
          <ac:chgData name="김 태환" userId="37bdad49bf29bd97" providerId="LiveId" clId="{D3DF9AA7-87D4-4521-97A8-27884D41F730}" dt="2020-08-30T23:38:05.962" v="18233" actId="478"/>
          <ac:spMkLst>
            <pc:docMk/>
            <pc:sldMk cId="2191581250" sldId="776"/>
            <ac:spMk id="29" creationId="{6D469B9C-307D-4506-B34B-6E45B151EA40}"/>
          </ac:spMkLst>
        </pc:spChg>
        <pc:spChg chg="add mod">
          <ac:chgData name="김 태환" userId="37bdad49bf29bd97" providerId="LiveId" clId="{D3DF9AA7-87D4-4521-97A8-27884D41F730}" dt="2020-08-30T23:43:32.432" v="18440" actId="1076"/>
          <ac:spMkLst>
            <pc:docMk/>
            <pc:sldMk cId="2191581250" sldId="776"/>
            <ac:spMk id="30" creationId="{7353F9A1-64C6-4D11-8454-E408E32E5D48}"/>
          </ac:spMkLst>
        </pc:spChg>
        <pc:spChg chg="add mod">
          <ac:chgData name="김 태환" userId="37bdad49bf29bd97" providerId="LiveId" clId="{D3DF9AA7-87D4-4521-97A8-27884D41F730}" dt="2020-08-30T23:43:32.432" v="18440" actId="1076"/>
          <ac:spMkLst>
            <pc:docMk/>
            <pc:sldMk cId="2191581250" sldId="776"/>
            <ac:spMk id="31" creationId="{B9EF027C-783E-42C9-85D9-328632DCE29D}"/>
          </ac:spMkLst>
        </pc:spChg>
        <pc:spChg chg="add mod">
          <ac:chgData name="김 태환" userId="37bdad49bf29bd97" providerId="LiveId" clId="{D3DF9AA7-87D4-4521-97A8-27884D41F730}" dt="2020-08-30T23:43:35.680" v="18441" actId="20577"/>
          <ac:spMkLst>
            <pc:docMk/>
            <pc:sldMk cId="2191581250" sldId="776"/>
            <ac:spMk id="32" creationId="{E4EAA42A-E4F2-4BAB-B383-963DE8CC8CB6}"/>
          </ac:spMkLst>
        </pc:spChg>
        <pc:spChg chg="del">
          <ac:chgData name="김 태환" userId="37bdad49bf29bd97" providerId="LiveId" clId="{D3DF9AA7-87D4-4521-97A8-27884D41F730}" dt="2020-08-30T23:38:05.962" v="18233" actId="478"/>
          <ac:spMkLst>
            <pc:docMk/>
            <pc:sldMk cId="2191581250" sldId="776"/>
            <ac:spMk id="33" creationId="{33183853-F758-429C-8048-310C14B4E67D}"/>
          </ac:spMkLst>
        </pc:spChg>
        <pc:spChg chg="del">
          <ac:chgData name="김 태환" userId="37bdad49bf29bd97" providerId="LiveId" clId="{D3DF9AA7-87D4-4521-97A8-27884D41F730}" dt="2020-08-30T23:38:05.962" v="18233" actId="478"/>
          <ac:spMkLst>
            <pc:docMk/>
            <pc:sldMk cId="2191581250" sldId="776"/>
            <ac:spMk id="35" creationId="{0333A010-408E-411B-B110-DDCEA87E842E}"/>
          </ac:spMkLst>
        </pc:spChg>
        <pc:spChg chg="del">
          <ac:chgData name="김 태환" userId="37bdad49bf29bd97" providerId="LiveId" clId="{D3DF9AA7-87D4-4521-97A8-27884D41F730}" dt="2020-08-30T23:38:05.962" v="18233" actId="478"/>
          <ac:spMkLst>
            <pc:docMk/>
            <pc:sldMk cId="2191581250" sldId="776"/>
            <ac:spMk id="38" creationId="{B8BA7ED3-343A-4C45-A0D3-B95662E1A7A3}"/>
          </ac:spMkLst>
        </pc:spChg>
        <pc:grpChg chg="add mod">
          <ac:chgData name="김 태환" userId="37bdad49bf29bd97" providerId="LiveId" clId="{D3DF9AA7-87D4-4521-97A8-27884D41F730}" dt="2020-08-30T23:42:13.041" v="18435" actId="1076"/>
          <ac:grpSpMkLst>
            <pc:docMk/>
            <pc:sldMk cId="2191581250" sldId="776"/>
            <ac:grpSpMk id="19" creationId="{CD3DD7D0-35AD-4047-845E-E24D1751BC81}"/>
          </ac:grpSpMkLst>
        </pc:grpChg>
        <pc:picChg chg="del">
          <ac:chgData name="김 태환" userId="37bdad49bf29bd97" providerId="LiveId" clId="{D3DF9AA7-87D4-4521-97A8-27884D41F730}" dt="2020-08-30T23:38:07.877" v="18234" actId="478"/>
          <ac:picMkLst>
            <pc:docMk/>
            <pc:sldMk cId="2191581250" sldId="776"/>
            <ac:picMk id="2" creationId="{8C9BFEC9-2366-40D1-8853-A62C3AD50B3F}"/>
          </ac:picMkLst>
        </pc:picChg>
        <pc:picChg chg="add mod">
          <ac:chgData name="김 태환" userId="37bdad49bf29bd97" providerId="LiveId" clId="{D3DF9AA7-87D4-4521-97A8-27884D41F730}" dt="2020-08-30T23:41:58.869" v="18432" actId="164"/>
          <ac:picMkLst>
            <pc:docMk/>
            <pc:sldMk cId="2191581250" sldId="776"/>
            <ac:picMk id="9" creationId="{54C8230F-8150-4890-A9DC-15BD27DB9F50}"/>
          </ac:picMkLst>
        </pc:picChg>
        <pc:picChg chg="del">
          <ac:chgData name="김 태환" userId="37bdad49bf29bd97" providerId="LiveId" clId="{D3DF9AA7-87D4-4521-97A8-27884D41F730}" dt="2020-08-30T23:38:04.501" v="18232" actId="478"/>
          <ac:picMkLst>
            <pc:docMk/>
            <pc:sldMk cId="2191581250" sldId="776"/>
            <ac:picMk id="13" creationId="{22A76F35-53BA-444D-983E-46E078E1657A}"/>
          </ac:picMkLst>
        </pc:picChg>
        <pc:cxnChg chg="del mod">
          <ac:chgData name="김 태환" userId="37bdad49bf29bd97" providerId="LiveId" clId="{D3DF9AA7-87D4-4521-97A8-27884D41F730}" dt="2020-08-30T23:38:07.877" v="18234" actId="478"/>
          <ac:cxnSpMkLst>
            <pc:docMk/>
            <pc:sldMk cId="2191581250" sldId="776"/>
            <ac:cxnSpMk id="16" creationId="{FB203AF6-04FD-47BC-96EA-0B70E2E99A4E}"/>
          </ac:cxnSpMkLst>
        </pc:cxnChg>
        <pc:cxnChg chg="add mod">
          <ac:chgData name="김 태환" userId="37bdad49bf29bd97" providerId="LiveId" clId="{D3DF9AA7-87D4-4521-97A8-27884D41F730}" dt="2020-08-30T23:43:46.872" v="18445" actId="14100"/>
          <ac:cxnSpMkLst>
            <pc:docMk/>
            <pc:sldMk cId="2191581250" sldId="776"/>
            <ac:cxnSpMk id="34" creationId="{4FBAC7D4-18AA-493F-A893-399820D305FD}"/>
          </ac:cxnSpMkLst>
        </pc:cxnChg>
        <pc:cxnChg chg="del mod">
          <ac:chgData name="김 태환" userId="37bdad49bf29bd97" providerId="LiveId" clId="{D3DF9AA7-87D4-4521-97A8-27884D41F730}" dt="2020-08-30T23:38:05.962" v="18233" actId="478"/>
          <ac:cxnSpMkLst>
            <pc:docMk/>
            <pc:sldMk cId="2191581250" sldId="776"/>
            <ac:cxnSpMk id="36" creationId="{455412E3-7EB1-4B12-AE8E-F5C80BFF6E7E}"/>
          </ac:cxnSpMkLst>
        </pc:cxnChg>
        <pc:cxnChg chg="add mod">
          <ac:chgData name="김 태환" userId="37bdad49bf29bd97" providerId="LiveId" clId="{D3DF9AA7-87D4-4521-97A8-27884D41F730}" dt="2020-08-30T23:43:53.936" v="18449" actId="14100"/>
          <ac:cxnSpMkLst>
            <pc:docMk/>
            <pc:sldMk cId="2191581250" sldId="776"/>
            <ac:cxnSpMk id="37" creationId="{BA78F53F-601C-4184-A674-B066A9FF127C}"/>
          </ac:cxnSpMkLst>
        </pc:cxnChg>
      </pc:sldChg>
      <pc:sldChg chg="add del">
        <pc:chgData name="김 태환" userId="37bdad49bf29bd97" providerId="LiveId" clId="{D3DF9AA7-87D4-4521-97A8-27884D41F730}" dt="2020-08-30T23:38:10.225" v="18236"/>
        <pc:sldMkLst>
          <pc:docMk/>
          <pc:sldMk cId="1992821623" sldId="777"/>
        </pc:sldMkLst>
      </pc:sldChg>
      <pc:sldChg chg="addSp delSp modSp add mod">
        <pc:chgData name="김 태환" userId="37bdad49bf29bd97" providerId="LiveId" clId="{D3DF9AA7-87D4-4521-97A8-27884D41F730}" dt="2020-08-30T23:59:31.821" v="19175" actId="20577"/>
        <pc:sldMkLst>
          <pc:docMk/>
          <pc:sldMk cId="3403653720" sldId="777"/>
        </pc:sldMkLst>
        <pc:spChg chg="mod">
          <ac:chgData name="김 태환" userId="37bdad49bf29bd97" providerId="LiveId" clId="{D3DF9AA7-87D4-4521-97A8-27884D41F730}" dt="2020-08-30T23:47:49.573" v="18595" actId="20577"/>
          <ac:spMkLst>
            <pc:docMk/>
            <pc:sldMk cId="3403653720" sldId="777"/>
            <ac:spMk id="5" creationId="{A371DB91-4D0C-4D13-B2BE-C2C7C1416BCD}"/>
          </ac:spMkLst>
        </pc:spChg>
        <pc:spChg chg="add mod">
          <ac:chgData name="김 태환" userId="37bdad49bf29bd97" providerId="LiveId" clId="{D3DF9AA7-87D4-4521-97A8-27884D41F730}" dt="2020-08-30T23:48:51.141" v="18682" actId="20577"/>
          <ac:spMkLst>
            <pc:docMk/>
            <pc:sldMk cId="3403653720" sldId="777"/>
            <ac:spMk id="6" creationId="{0987D974-F504-49DE-9D74-F117FC2087E5}"/>
          </ac:spMkLst>
        </pc:spChg>
        <pc:spChg chg="add">
          <ac:chgData name="김 태환" userId="37bdad49bf29bd97" providerId="LiveId" clId="{D3DF9AA7-87D4-4521-97A8-27884D41F730}" dt="2020-08-30T23:48:30.498" v="18604" actId="22"/>
          <ac:spMkLst>
            <pc:docMk/>
            <pc:sldMk cId="3403653720" sldId="777"/>
            <ac:spMk id="13" creationId="{3C02185A-7E1D-42B4-B3BF-A72915B4257D}"/>
          </ac:spMkLst>
        </pc:spChg>
        <pc:spChg chg="del">
          <ac:chgData name="김 태환" userId="37bdad49bf29bd97" providerId="LiveId" clId="{D3DF9AA7-87D4-4521-97A8-27884D41F730}" dt="2020-08-30T23:47:55.773" v="18597" actId="478"/>
          <ac:spMkLst>
            <pc:docMk/>
            <pc:sldMk cId="3403653720" sldId="777"/>
            <ac:spMk id="14" creationId="{6CDD41BA-600F-4828-8B10-D3D812F0274B}"/>
          </ac:spMkLst>
        </pc:spChg>
        <pc:spChg chg="add mod topLvl">
          <ac:chgData name="김 태환" userId="37bdad49bf29bd97" providerId="LiveId" clId="{D3DF9AA7-87D4-4521-97A8-27884D41F730}" dt="2020-08-30T23:51:47.801" v="18857" actId="165"/>
          <ac:spMkLst>
            <pc:docMk/>
            <pc:sldMk cId="3403653720" sldId="777"/>
            <ac:spMk id="15" creationId="{CD9C6840-5AA2-473C-8444-0596D68CFFA3}"/>
          </ac:spMkLst>
        </pc:spChg>
        <pc:spChg chg="add mod topLvl">
          <ac:chgData name="김 태환" userId="37bdad49bf29bd97" providerId="LiveId" clId="{D3DF9AA7-87D4-4521-97A8-27884D41F730}" dt="2020-08-30T23:51:47.801" v="18857" actId="165"/>
          <ac:spMkLst>
            <pc:docMk/>
            <pc:sldMk cId="3403653720" sldId="777"/>
            <ac:spMk id="16" creationId="{E70B282D-C17C-47EB-9221-634579E3EB2B}"/>
          </ac:spMkLst>
        </pc:spChg>
        <pc:spChg chg="del">
          <ac:chgData name="김 태환" userId="37bdad49bf29bd97" providerId="LiveId" clId="{D3DF9AA7-87D4-4521-97A8-27884D41F730}" dt="2020-08-30T23:47:55.773" v="18597" actId="478"/>
          <ac:spMkLst>
            <pc:docMk/>
            <pc:sldMk cId="3403653720" sldId="777"/>
            <ac:spMk id="17" creationId="{6CFD7DC5-CECD-4C2D-B33C-042626F73D5B}"/>
          </ac:spMkLst>
        </pc:spChg>
        <pc:spChg chg="add mod">
          <ac:chgData name="김 태환" userId="37bdad49bf29bd97" providerId="LiveId" clId="{D3DF9AA7-87D4-4521-97A8-27884D41F730}" dt="2020-08-30T23:52:12.333" v="18865" actId="1035"/>
          <ac:spMkLst>
            <pc:docMk/>
            <pc:sldMk cId="3403653720" sldId="777"/>
            <ac:spMk id="20" creationId="{67BCBA28-1121-4B7B-B38D-D3991944F0D3}"/>
          </ac:spMkLst>
        </pc:spChg>
        <pc:spChg chg="add mod">
          <ac:chgData name="김 태환" userId="37bdad49bf29bd97" providerId="LiveId" clId="{D3DF9AA7-87D4-4521-97A8-27884D41F730}" dt="2020-08-30T23:52:22.288" v="18870" actId="14100"/>
          <ac:spMkLst>
            <pc:docMk/>
            <pc:sldMk cId="3403653720" sldId="777"/>
            <ac:spMk id="22" creationId="{8F364451-75B0-4DCF-88F2-000C1A3452AE}"/>
          </ac:spMkLst>
        </pc:spChg>
        <pc:spChg chg="add mod">
          <ac:chgData name="김 태환" userId="37bdad49bf29bd97" providerId="LiveId" clId="{D3DF9AA7-87D4-4521-97A8-27884D41F730}" dt="2020-08-30T23:52:29.920" v="18874" actId="14100"/>
          <ac:spMkLst>
            <pc:docMk/>
            <pc:sldMk cId="3403653720" sldId="777"/>
            <ac:spMk id="24" creationId="{145EBE35-AD11-450A-87E8-1CD2BDC66358}"/>
          </ac:spMkLst>
        </pc:spChg>
        <pc:spChg chg="add mod">
          <ac:chgData name="김 태환" userId="37bdad49bf29bd97" providerId="LiveId" clId="{D3DF9AA7-87D4-4521-97A8-27884D41F730}" dt="2020-08-30T23:49:37.340" v="18848" actId="14100"/>
          <ac:spMkLst>
            <pc:docMk/>
            <pc:sldMk cId="3403653720" sldId="777"/>
            <ac:spMk id="25" creationId="{F31AAAFD-D9F2-4413-BF14-0723C562EB17}"/>
          </ac:spMkLst>
        </pc:spChg>
        <pc:spChg chg="add mod">
          <ac:chgData name="김 태환" userId="37bdad49bf29bd97" providerId="LiveId" clId="{D3DF9AA7-87D4-4521-97A8-27884D41F730}" dt="2020-08-30T23:49:02.996" v="18685" actId="20577"/>
          <ac:spMkLst>
            <pc:docMk/>
            <pc:sldMk cId="3403653720" sldId="777"/>
            <ac:spMk id="26" creationId="{899F7727-B47B-463D-BDFE-383C56E1890E}"/>
          </ac:spMkLst>
        </pc:spChg>
        <pc:spChg chg="del">
          <ac:chgData name="김 태환" userId="37bdad49bf29bd97" providerId="LiveId" clId="{D3DF9AA7-87D4-4521-97A8-27884D41F730}" dt="2020-08-30T23:47:55.773" v="18597" actId="478"/>
          <ac:spMkLst>
            <pc:docMk/>
            <pc:sldMk cId="3403653720" sldId="777"/>
            <ac:spMk id="28" creationId="{6C6B6E8D-FFCA-47E6-B698-306456DDFF26}"/>
          </ac:spMkLst>
        </pc:spChg>
        <pc:spChg chg="del">
          <ac:chgData name="김 태환" userId="37bdad49bf29bd97" providerId="LiveId" clId="{D3DF9AA7-87D4-4521-97A8-27884D41F730}" dt="2020-08-30T23:47:55.773" v="18597" actId="478"/>
          <ac:spMkLst>
            <pc:docMk/>
            <pc:sldMk cId="3403653720" sldId="777"/>
            <ac:spMk id="30" creationId="{7353F9A1-64C6-4D11-8454-E408E32E5D48}"/>
          </ac:spMkLst>
        </pc:spChg>
        <pc:spChg chg="del">
          <ac:chgData name="김 태환" userId="37bdad49bf29bd97" providerId="LiveId" clId="{D3DF9AA7-87D4-4521-97A8-27884D41F730}" dt="2020-08-30T23:47:55.773" v="18597" actId="478"/>
          <ac:spMkLst>
            <pc:docMk/>
            <pc:sldMk cId="3403653720" sldId="777"/>
            <ac:spMk id="31" creationId="{B9EF027C-783E-42C9-85D9-328632DCE29D}"/>
          </ac:spMkLst>
        </pc:spChg>
        <pc:spChg chg="del">
          <ac:chgData name="김 태환" userId="37bdad49bf29bd97" providerId="LiveId" clId="{D3DF9AA7-87D4-4521-97A8-27884D41F730}" dt="2020-08-30T23:47:55.773" v="18597" actId="478"/>
          <ac:spMkLst>
            <pc:docMk/>
            <pc:sldMk cId="3403653720" sldId="777"/>
            <ac:spMk id="32" creationId="{E4EAA42A-E4F2-4BAB-B383-963DE8CC8CB6}"/>
          </ac:spMkLst>
        </pc:spChg>
        <pc:spChg chg="add mod">
          <ac:chgData name="김 태환" userId="37bdad49bf29bd97" providerId="LiveId" clId="{D3DF9AA7-87D4-4521-97A8-27884D41F730}" dt="2020-08-30T23:54:34.357" v="19094" actId="14100"/>
          <ac:spMkLst>
            <pc:docMk/>
            <pc:sldMk cId="3403653720" sldId="777"/>
            <ac:spMk id="38" creationId="{D38F85CD-759E-409D-B590-2FCDA1E10C1B}"/>
          </ac:spMkLst>
        </pc:spChg>
        <pc:spChg chg="add mod">
          <ac:chgData name="김 태환" userId="37bdad49bf29bd97" providerId="LiveId" clId="{D3DF9AA7-87D4-4521-97A8-27884D41F730}" dt="2020-08-30T23:54:45.088" v="19097" actId="1076"/>
          <ac:spMkLst>
            <pc:docMk/>
            <pc:sldMk cId="3403653720" sldId="777"/>
            <ac:spMk id="39" creationId="{24F37A4D-051C-49D0-B258-BB77CDAC0572}"/>
          </ac:spMkLst>
        </pc:spChg>
        <pc:spChg chg="add mod">
          <ac:chgData name="김 태환" userId="37bdad49bf29bd97" providerId="LiveId" clId="{D3DF9AA7-87D4-4521-97A8-27884D41F730}" dt="2020-08-30T23:54:07.530" v="18974" actId="1076"/>
          <ac:spMkLst>
            <pc:docMk/>
            <pc:sldMk cId="3403653720" sldId="777"/>
            <ac:spMk id="40" creationId="{020241A8-F5F2-4DD5-9DED-6E6966617547}"/>
          </ac:spMkLst>
        </pc:spChg>
        <pc:spChg chg="add mod ord">
          <ac:chgData name="김 태환" userId="37bdad49bf29bd97" providerId="LiveId" clId="{D3DF9AA7-87D4-4521-97A8-27884D41F730}" dt="2020-08-30T23:54:56.785" v="19101" actId="20577"/>
          <ac:spMkLst>
            <pc:docMk/>
            <pc:sldMk cId="3403653720" sldId="777"/>
            <ac:spMk id="41" creationId="{C8B28651-93C1-42F1-852A-0EAA7B962439}"/>
          </ac:spMkLst>
        </pc:spChg>
        <pc:spChg chg="add mod">
          <ac:chgData name="김 태환" userId="37bdad49bf29bd97" providerId="LiveId" clId="{D3DF9AA7-87D4-4521-97A8-27884D41F730}" dt="2020-08-30T23:59:31.821" v="19175" actId="20577"/>
          <ac:spMkLst>
            <pc:docMk/>
            <pc:sldMk cId="3403653720" sldId="777"/>
            <ac:spMk id="63" creationId="{D41B8EBD-5E72-415C-A4DD-895815754E58}"/>
          </ac:spMkLst>
        </pc:spChg>
        <pc:spChg chg="add mod">
          <ac:chgData name="김 태환" userId="37bdad49bf29bd97" providerId="LiveId" clId="{D3DF9AA7-87D4-4521-97A8-27884D41F730}" dt="2020-08-30T23:54:58.209" v="19102" actId="20577"/>
          <ac:spMkLst>
            <pc:docMk/>
            <pc:sldMk cId="3403653720" sldId="777"/>
            <ac:spMk id="64" creationId="{F472E85B-7368-4655-BF2A-C86251A9A1E8}"/>
          </ac:spMkLst>
        </pc:spChg>
        <pc:grpChg chg="add del mod">
          <ac:chgData name="김 태환" userId="37bdad49bf29bd97" providerId="LiveId" clId="{D3DF9AA7-87D4-4521-97A8-27884D41F730}" dt="2020-08-30T23:51:47.801" v="18857" actId="165"/>
          <ac:grpSpMkLst>
            <pc:docMk/>
            <pc:sldMk cId="3403653720" sldId="777"/>
            <ac:grpSpMk id="18" creationId="{A6FBBC33-84B5-4956-93AF-91E0BB2C2514}"/>
          </ac:grpSpMkLst>
        </pc:grpChg>
        <pc:grpChg chg="del">
          <ac:chgData name="김 태환" userId="37bdad49bf29bd97" providerId="LiveId" clId="{D3DF9AA7-87D4-4521-97A8-27884D41F730}" dt="2020-08-30T23:47:52.757" v="18596" actId="478"/>
          <ac:grpSpMkLst>
            <pc:docMk/>
            <pc:sldMk cId="3403653720" sldId="777"/>
            <ac:grpSpMk id="19" creationId="{CD3DD7D0-35AD-4047-845E-E24D1751BC81}"/>
          </ac:grpSpMkLst>
        </pc:grpChg>
        <pc:picChg chg="add mod topLvl">
          <ac:chgData name="김 태환" userId="37bdad49bf29bd97" providerId="LiveId" clId="{D3DF9AA7-87D4-4521-97A8-27884D41F730}" dt="2020-08-30T23:52:16.518" v="18868" actId="1076"/>
          <ac:picMkLst>
            <pc:docMk/>
            <pc:sldMk cId="3403653720" sldId="777"/>
            <ac:picMk id="2" creationId="{EBBE33BF-7B95-4304-9413-B002C8067C27}"/>
          </ac:picMkLst>
        </pc:picChg>
        <pc:cxnChg chg="del mod">
          <ac:chgData name="김 태환" userId="37bdad49bf29bd97" providerId="LiveId" clId="{D3DF9AA7-87D4-4521-97A8-27884D41F730}" dt="2020-08-30T23:47:55.773" v="18597" actId="478"/>
          <ac:cxnSpMkLst>
            <pc:docMk/>
            <pc:sldMk cId="3403653720" sldId="777"/>
            <ac:cxnSpMk id="34" creationId="{4FBAC7D4-18AA-493F-A893-399820D305FD}"/>
          </ac:cxnSpMkLst>
        </pc:cxnChg>
        <pc:cxnChg chg="del mod">
          <ac:chgData name="김 태환" userId="37bdad49bf29bd97" providerId="LiveId" clId="{D3DF9AA7-87D4-4521-97A8-27884D41F730}" dt="2020-08-30T23:47:55.773" v="18597" actId="478"/>
          <ac:cxnSpMkLst>
            <pc:docMk/>
            <pc:sldMk cId="3403653720" sldId="777"/>
            <ac:cxnSpMk id="37" creationId="{BA78F53F-601C-4184-A674-B066A9FF127C}"/>
          </ac:cxnSpMkLst>
        </pc:cxnChg>
        <pc:cxnChg chg="add mod">
          <ac:chgData name="김 태환" userId="37bdad49bf29bd97" providerId="LiveId" clId="{D3DF9AA7-87D4-4521-97A8-27884D41F730}" dt="2020-08-30T23:53:11.002" v="18881" actId="14100"/>
          <ac:cxnSpMkLst>
            <pc:docMk/>
            <pc:sldMk cId="3403653720" sldId="777"/>
            <ac:cxnSpMk id="42" creationId="{7DB55988-0FF8-4A4B-8FC5-2C8A024C43ED}"/>
          </ac:cxnSpMkLst>
        </pc:cxnChg>
        <pc:cxnChg chg="add mod">
          <ac:chgData name="김 태환" userId="37bdad49bf29bd97" providerId="LiveId" clId="{D3DF9AA7-87D4-4521-97A8-27884D41F730}" dt="2020-08-30T23:53:20.738" v="18885" actId="14100"/>
          <ac:cxnSpMkLst>
            <pc:docMk/>
            <pc:sldMk cId="3403653720" sldId="777"/>
            <ac:cxnSpMk id="46" creationId="{6F5FFF1B-7424-4497-A9AB-5327DEC46DFE}"/>
          </ac:cxnSpMkLst>
        </pc:cxnChg>
        <pc:cxnChg chg="add mod">
          <ac:chgData name="김 태환" userId="37bdad49bf29bd97" providerId="LiveId" clId="{D3DF9AA7-87D4-4521-97A8-27884D41F730}" dt="2020-08-30T23:54:34.357" v="19094" actId="14100"/>
          <ac:cxnSpMkLst>
            <pc:docMk/>
            <pc:sldMk cId="3403653720" sldId="777"/>
            <ac:cxnSpMk id="49" creationId="{B01717EE-49A6-4A51-B226-BEC277B162D2}"/>
          </ac:cxnSpMkLst>
        </pc:cxnChg>
        <pc:cxnChg chg="add mod">
          <ac:chgData name="김 태환" userId="37bdad49bf29bd97" providerId="LiveId" clId="{D3DF9AA7-87D4-4521-97A8-27884D41F730}" dt="2020-08-30T23:54:10.287" v="18975" actId="14100"/>
          <ac:cxnSpMkLst>
            <pc:docMk/>
            <pc:sldMk cId="3403653720" sldId="777"/>
            <ac:cxnSpMk id="52" creationId="{DB02E80C-62BC-4E48-9CE3-3435EE7884F7}"/>
          </ac:cxnSpMkLst>
        </pc:cxnChg>
        <pc:cxnChg chg="add mod">
          <ac:chgData name="김 태환" userId="37bdad49bf29bd97" providerId="LiveId" clId="{D3DF9AA7-87D4-4521-97A8-27884D41F730}" dt="2020-08-30T23:55:09.895" v="19106" actId="14100"/>
          <ac:cxnSpMkLst>
            <pc:docMk/>
            <pc:sldMk cId="3403653720" sldId="777"/>
            <ac:cxnSpMk id="65" creationId="{B50AE7C8-3F84-4B09-88A2-1BD95A8C9332}"/>
          </ac:cxnSpMkLst>
        </pc:cxnChg>
      </pc:sldChg>
      <pc:sldChg chg="addSp delSp modSp add mod">
        <pc:chgData name="김 태환" userId="37bdad49bf29bd97" providerId="LiveId" clId="{D3DF9AA7-87D4-4521-97A8-27884D41F730}" dt="2020-09-03T16:48:25.402" v="28040" actId="1076"/>
        <pc:sldMkLst>
          <pc:docMk/>
          <pc:sldMk cId="455432662" sldId="778"/>
        </pc:sldMkLst>
        <pc:spChg chg="del">
          <ac:chgData name="김 태환" userId="37bdad49bf29bd97" providerId="LiveId" clId="{D3DF9AA7-87D4-4521-97A8-27884D41F730}" dt="2020-08-30T23:59:47.654" v="19178" actId="478"/>
          <ac:spMkLst>
            <pc:docMk/>
            <pc:sldMk cId="455432662" sldId="778"/>
            <ac:spMk id="5" creationId="{A371DB91-4D0C-4D13-B2BE-C2C7C1416BCD}"/>
          </ac:spMkLst>
        </pc:spChg>
        <pc:spChg chg="del">
          <ac:chgData name="김 태환" userId="37bdad49bf29bd97" providerId="LiveId" clId="{D3DF9AA7-87D4-4521-97A8-27884D41F730}" dt="2020-08-30T23:59:45.854" v="19177" actId="478"/>
          <ac:spMkLst>
            <pc:docMk/>
            <pc:sldMk cId="455432662" sldId="778"/>
            <ac:spMk id="6" creationId="{0987D974-F504-49DE-9D74-F117FC2087E5}"/>
          </ac:spMkLst>
        </pc:spChg>
        <pc:spChg chg="add mod">
          <ac:chgData name="김 태환" userId="37bdad49bf29bd97" providerId="LiveId" clId="{D3DF9AA7-87D4-4521-97A8-27884D41F730}" dt="2020-08-31T00:11:38.357" v="19386" actId="20577"/>
          <ac:spMkLst>
            <pc:docMk/>
            <pc:sldMk cId="455432662" sldId="778"/>
            <ac:spMk id="10" creationId="{FDE1FDA5-0BB2-40E4-8AF8-122B4B20AEDC}"/>
          </ac:spMkLst>
        </pc:spChg>
        <pc:spChg chg="add mod">
          <ac:chgData name="김 태환" userId="37bdad49bf29bd97" providerId="LiveId" clId="{D3DF9AA7-87D4-4521-97A8-27884D41F730}" dt="2020-08-31T00:11:45.553" v="19387" actId="14100"/>
          <ac:spMkLst>
            <pc:docMk/>
            <pc:sldMk cId="455432662" sldId="778"/>
            <ac:spMk id="11" creationId="{C191C616-3C54-45F0-B94A-36AFF1EE4C95}"/>
          </ac:spMkLst>
        </pc:spChg>
        <pc:spChg chg="add">
          <ac:chgData name="김 태환" userId="37bdad49bf29bd97" providerId="LiveId" clId="{D3DF9AA7-87D4-4521-97A8-27884D41F730}" dt="2020-08-31T00:00:05.865" v="19183" actId="22"/>
          <ac:spMkLst>
            <pc:docMk/>
            <pc:sldMk cId="455432662" sldId="778"/>
            <ac:spMk id="12" creationId="{7E008FC2-1A2E-41AB-9ACE-CCFCF45C1C18}"/>
          </ac:spMkLst>
        </pc:spChg>
        <pc:spChg chg="del">
          <ac:chgData name="김 태환" userId="37bdad49bf29bd97" providerId="LiveId" clId="{D3DF9AA7-87D4-4521-97A8-27884D41F730}" dt="2020-08-30T23:59:45.854" v="19177" actId="478"/>
          <ac:spMkLst>
            <pc:docMk/>
            <pc:sldMk cId="455432662" sldId="778"/>
            <ac:spMk id="13" creationId="{3C02185A-7E1D-42B4-B3BF-A72915B4257D}"/>
          </ac:spMkLst>
        </pc:spChg>
        <pc:spChg chg="add mod">
          <ac:chgData name="김 태환" userId="37bdad49bf29bd97" providerId="LiveId" clId="{D3DF9AA7-87D4-4521-97A8-27884D41F730}" dt="2020-08-31T00:13:42.088" v="19560" actId="14100"/>
          <ac:spMkLst>
            <pc:docMk/>
            <pc:sldMk cId="455432662" sldId="778"/>
            <ac:spMk id="14" creationId="{258782CE-777A-4DA4-A9D4-484B3ADC4D48}"/>
          </ac:spMkLst>
        </pc:spChg>
        <pc:spChg chg="del">
          <ac:chgData name="김 태환" userId="37bdad49bf29bd97" providerId="LiveId" clId="{D3DF9AA7-87D4-4521-97A8-27884D41F730}" dt="2020-08-30T23:59:45.854" v="19177" actId="478"/>
          <ac:spMkLst>
            <pc:docMk/>
            <pc:sldMk cId="455432662" sldId="778"/>
            <ac:spMk id="15" creationId="{CD9C6840-5AA2-473C-8444-0596D68CFFA3}"/>
          </ac:spMkLst>
        </pc:spChg>
        <pc:spChg chg="del">
          <ac:chgData name="김 태환" userId="37bdad49bf29bd97" providerId="LiveId" clId="{D3DF9AA7-87D4-4521-97A8-27884D41F730}" dt="2020-08-30T23:59:45.854" v="19177" actId="478"/>
          <ac:spMkLst>
            <pc:docMk/>
            <pc:sldMk cId="455432662" sldId="778"/>
            <ac:spMk id="16" creationId="{E70B282D-C17C-47EB-9221-634579E3EB2B}"/>
          </ac:spMkLst>
        </pc:spChg>
        <pc:spChg chg="add mod">
          <ac:chgData name="김 태환" userId="37bdad49bf29bd97" providerId="LiveId" clId="{D3DF9AA7-87D4-4521-97A8-27884D41F730}" dt="2020-08-31T00:01:21.788" v="19224" actId="1035"/>
          <ac:spMkLst>
            <pc:docMk/>
            <pc:sldMk cId="455432662" sldId="778"/>
            <ac:spMk id="17" creationId="{E9FF5467-DB9D-4DC2-8AB6-F4E13094336F}"/>
          </ac:spMkLst>
        </pc:spChg>
        <pc:spChg chg="add del mod">
          <ac:chgData name="김 태환" userId="37bdad49bf29bd97" providerId="LiveId" clId="{D3DF9AA7-87D4-4521-97A8-27884D41F730}" dt="2020-08-31T00:00:41.662" v="19199" actId="478"/>
          <ac:spMkLst>
            <pc:docMk/>
            <pc:sldMk cId="455432662" sldId="778"/>
            <ac:spMk id="18" creationId="{22D80430-E591-4713-8F57-ACC89DE2F85B}"/>
          </ac:spMkLst>
        </pc:spChg>
        <pc:spChg chg="del">
          <ac:chgData name="김 태환" userId="37bdad49bf29bd97" providerId="LiveId" clId="{D3DF9AA7-87D4-4521-97A8-27884D41F730}" dt="2020-08-30T23:59:45.854" v="19177" actId="478"/>
          <ac:spMkLst>
            <pc:docMk/>
            <pc:sldMk cId="455432662" sldId="778"/>
            <ac:spMk id="20" creationId="{67BCBA28-1121-4B7B-B38D-D3991944F0D3}"/>
          </ac:spMkLst>
        </pc:spChg>
        <pc:spChg chg="del">
          <ac:chgData name="김 태환" userId="37bdad49bf29bd97" providerId="LiveId" clId="{D3DF9AA7-87D4-4521-97A8-27884D41F730}" dt="2020-08-30T23:59:45.854" v="19177" actId="478"/>
          <ac:spMkLst>
            <pc:docMk/>
            <pc:sldMk cId="455432662" sldId="778"/>
            <ac:spMk id="22" creationId="{8F364451-75B0-4DCF-88F2-000C1A3452AE}"/>
          </ac:spMkLst>
        </pc:spChg>
        <pc:spChg chg="del">
          <ac:chgData name="김 태환" userId="37bdad49bf29bd97" providerId="LiveId" clId="{D3DF9AA7-87D4-4521-97A8-27884D41F730}" dt="2020-08-30T23:59:45.854" v="19177" actId="478"/>
          <ac:spMkLst>
            <pc:docMk/>
            <pc:sldMk cId="455432662" sldId="778"/>
            <ac:spMk id="24" creationId="{145EBE35-AD11-450A-87E8-1CD2BDC66358}"/>
          </ac:spMkLst>
        </pc:spChg>
        <pc:spChg chg="del">
          <ac:chgData name="김 태환" userId="37bdad49bf29bd97" providerId="LiveId" clId="{D3DF9AA7-87D4-4521-97A8-27884D41F730}" dt="2020-08-30T23:59:45.854" v="19177" actId="478"/>
          <ac:spMkLst>
            <pc:docMk/>
            <pc:sldMk cId="455432662" sldId="778"/>
            <ac:spMk id="25" creationId="{F31AAAFD-D9F2-4413-BF14-0723C562EB17}"/>
          </ac:spMkLst>
        </pc:spChg>
        <pc:spChg chg="del">
          <ac:chgData name="김 태환" userId="37bdad49bf29bd97" providerId="LiveId" clId="{D3DF9AA7-87D4-4521-97A8-27884D41F730}" dt="2020-08-30T23:59:45.854" v="19177" actId="478"/>
          <ac:spMkLst>
            <pc:docMk/>
            <pc:sldMk cId="455432662" sldId="778"/>
            <ac:spMk id="26" creationId="{899F7727-B47B-463D-BDFE-383C56E1890E}"/>
          </ac:spMkLst>
        </pc:spChg>
        <pc:spChg chg="del">
          <ac:chgData name="김 태환" userId="37bdad49bf29bd97" providerId="LiveId" clId="{D3DF9AA7-87D4-4521-97A8-27884D41F730}" dt="2020-08-30T23:59:45.854" v="19177" actId="478"/>
          <ac:spMkLst>
            <pc:docMk/>
            <pc:sldMk cId="455432662" sldId="778"/>
            <ac:spMk id="38" creationId="{D38F85CD-759E-409D-B590-2FCDA1E10C1B}"/>
          </ac:spMkLst>
        </pc:spChg>
        <pc:spChg chg="del">
          <ac:chgData name="김 태환" userId="37bdad49bf29bd97" providerId="LiveId" clId="{D3DF9AA7-87D4-4521-97A8-27884D41F730}" dt="2020-08-30T23:59:45.854" v="19177" actId="478"/>
          <ac:spMkLst>
            <pc:docMk/>
            <pc:sldMk cId="455432662" sldId="778"/>
            <ac:spMk id="39" creationId="{24F37A4D-051C-49D0-B258-BB77CDAC0572}"/>
          </ac:spMkLst>
        </pc:spChg>
        <pc:spChg chg="del">
          <ac:chgData name="김 태환" userId="37bdad49bf29bd97" providerId="LiveId" clId="{D3DF9AA7-87D4-4521-97A8-27884D41F730}" dt="2020-08-30T23:59:45.854" v="19177" actId="478"/>
          <ac:spMkLst>
            <pc:docMk/>
            <pc:sldMk cId="455432662" sldId="778"/>
            <ac:spMk id="40" creationId="{020241A8-F5F2-4DD5-9DED-6E6966617547}"/>
          </ac:spMkLst>
        </pc:spChg>
        <pc:spChg chg="del">
          <ac:chgData name="김 태환" userId="37bdad49bf29bd97" providerId="LiveId" clId="{D3DF9AA7-87D4-4521-97A8-27884D41F730}" dt="2020-08-30T23:59:45.854" v="19177" actId="478"/>
          <ac:spMkLst>
            <pc:docMk/>
            <pc:sldMk cId="455432662" sldId="778"/>
            <ac:spMk id="41" creationId="{C8B28651-93C1-42F1-852A-0EAA7B962439}"/>
          </ac:spMkLst>
        </pc:spChg>
        <pc:spChg chg="add mod">
          <ac:chgData name="김 태환" userId="37bdad49bf29bd97" providerId="LiveId" clId="{D3DF9AA7-87D4-4521-97A8-27884D41F730}" dt="2020-08-31T00:12:03.687" v="19488" actId="14100"/>
          <ac:spMkLst>
            <pc:docMk/>
            <pc:sldMk cId="455432662" sldId="778"/>
            <ac:spMk id="50" creationId="{29A3CAD7-E5E7-4D97-8257-7BA935699A1E}"/>
          </ac:spMkLst>
        </pc:spChg>
        <pc:spChg chg="add mod">
          <ac:chgData name="김 태환" userId="37bdad49bf29bd97" providerId="LiveId" clId="{D3DF9AA7-87D4-4521-97A8-27884D41F730}" dt="2020-08-31T00:01:36.349" v="19229" actId="20577"/>
          <ac:spMkLst>
            <pc:docMk/>
            <pc:sldMk cId="455432662" sldId="778"/>
            <ac:spMk id="51" creationId="{BB8E5A2A-09EA-494F-BAFC-9C78C3FA653C}"/>
          </ac:spMkLst>
        </pc:spChg>
        <pc:spChg chg="add mod">
          <ac:chgData name="김 태환" userId="37bdad49bf29bd97" providerId="LiveId" clId="{D3DF9AA7-87D4-4521-97A8-27884D41F730}" dt="2020-08-31T00:22:15.462" v="20005" actId="1076"/>
          <ac:spMkLst>
            <pc:docMk/>
            <pc:sldMk cId="455432662" sldId="778"/>
            <ac:spMk id="57" creationId="{6ADDB091-D685-4237-9B5D-0918F8E5962B}"/>
          </ac:spMkLst>
        </pc:spChg>
        <pc:spChg chg="del">
          <ac:chgData name="김 태환" userId="37bdad49bf29bd97" providerId="LiveId" clId="{D3DF9AA7-87D4-4521-97A8-27884D41F730}" dt="2020-08-30T23:59:45.854" v="19177" actId="478"/>
          <ac:spMkLst>
            <pc:docMk/>
            <pc:sldMk cId="455432662" sldId="778"/>
            <ac:spMk id="63" creationId="{D41B8EBD-5E72-415C-A4DD-895815754E58}"/>
          </ac:spMkLst>
        </pc:spChg>
        <pc:spChg chg="del">
          <ac:chgData name="김 태환" userId="37bdad49bf29bd97" providerId="LiveId" clId="{D3DF9AA7-87D4-4521-97A8-27884D41F730}" dt="2020-08-30T23:59:45.854" v="19177" actId="478"/>
          <ac:spMkLst>
            <pc:docMk/>
            <pc:sldMk cId="455432662" sldId="778"/>
            <ac:spMk id="64" creationId="{F472E85B-7368-4655-BF2A-C86251A9A1E8}"/>
          </ac:spMkLst>
        </pc:spChg>
        <pc:picChg chg="del">
          <ac:chgData name="김 태환" userId="37bdad49bf29bd97" providerId="LiveId" clId="{D3DF9AA7-87D4-4521-97A8-27884D41F730}" dt="2020-08-30T23:59:45.854" v="19177" actId="478"/>
          <ac:picMkLst>
            <pc:docMk/>
            <pc:sldMk cId="455432662" sldId="778"/>
            <ac:picMk id="2" creationId="{EBBE33BF-7B95-4304-9413-B002C8067C27}"/>
          </ac:picMkLst>
        </pc:picChg>
        <pc:picChg chg="add mod">
          <ac:chgData name="김 태환" userId="37bdad49bf29bd97" providerId="LiveId" clId="{D3DF9AA7-87D4-4521-97A8-27884D41F730}" dt="2020-09-03T16:48:25.402" v="28040" actId="1076"/>
          <ac:picMkLst>
            <pc:docMk/>
            <pc:sldMk cId="455432662" sldId="778"/>
            <ac:picMk id="9" creationId="{CE0C60B9-D6FB-4395-8BF2-019598A04E93}"/>
          </ac:picMkLst>
        </pc:picChg>
        <pc:cxnChg chg="add mod">
          <ac:chgData name="김 태환" userId="37bdad49bf29bd97" providerId="LiveId" clId="{D3DF9AA7-87D4-4521-97A8-27884D41F730}" dt="2020-08-31T00:13:42.088" v="19560" actId="14100"/>
          <ac:cxnSpMkLst>
            <pc:docMk/>
            <pc:sldMk cId="455432662" sldId="778"/>
            <ac:cxnSpMk id="35" creationId="{F252F9F9-F31E-45F5-8DB8-4C63958D4CC5}"/>
          </ac:cxnSpMkLst>
        </pc:cxnChg>
        <pc:cxnChg chg="del mod">
          <ac:chgData name="김 태환" userId="37bdad49bf29bd97" providerId="LiveId" clId="{D3DF9AA7-87D4-4521-97A8-27884D41F730}" dt="2020-08-30T23:59:45.854" v="19177" actId="478"/>
          <ac:cxnSpMkLst>
            <pc:docMk/>
            <pc:sldMk cId="455432662" sldId="778"/>
            <ac:cxnSpMk id="42" creationId="{7DB55988-0FF8-4A4B-8FC5-2C8A024C43ED}"/>
          </ac:cxnSpMkLst>
        </pc:cxnChg>
        <pc:cxnChg chg="del mod">
          <ac:chgData name="김 태환" userId="37bdad49bf29bd97" providerId="LiveId" clId="{D3DF9AA7-87D4-4521-97A8-27884D41F730}" dt="2020-08-30T23:59:45.854" v="19177" actId="478"/>
          <ac:cxnSpMkLst>
            <pc:docMk/>
            <pc:sldMk cId="455432662" sldId="778"/>
            <ac:cxnSpMk id="46" creationId="{6F5FFF1B-7424-4497-A9AB-5327DEC46DFE}"/>
          </ac:cxnSpMkLst>
        </pc:cxnChg>
        <pc:cxnChg chg="del mod">
          <ac:chgData name="김 태환" userId="37bdad49bf29bd97" providerId="LiveId" clId="{D3DF9AA7-87D4-4521-97A8-27884D41F730}" dt="2020-08-30T23:59:45.854" v="19177" actId="478"/>
          <ac:cxnSpMkLst>
            <pc:docMk/>
            <pc:sldMk cId="455432662" sldId="778"/>
            <ac:cxnSpMk id="49" creationId="{B01717EE-49A6-4A51-B226-BEC277B162D2}"/>
          </ac:cxnSpMkLst>
        </pc:cxnChg>
        <pc:cxnChg chg="del mod">
          <ac:chgData name="김 태환" userId="37bdad49bf29bd97" providerId="LiveId" clId="{D3DF9AA7-87D4-4521-97A8-27884D41F730}" dt="2020-08-30T23:59:45.854" v="19177" actId="478"/>
          <ac:cxnSpMkLst>
            <pc:docMk/>
            <pc:sldMk cId="455432662" sldId="778"/>
            <ac:cxnSpMk id="52" creationId="{DB02E80C-62BC-4E48-9CE3-3435EE7884F7}"/>
          </ac:cxnSpMkLst>
        </pc:cxnChg>
        <pc:cxnChg chg="add mod">
          <ac:chgData name="김 태환" userId="37bdad49bf29bd97" providerId="LiveId" clId="{D3DF9AA7-87D4-4521-97A8-27884D41F730}" dt="2020-08-31T00:12:03.687" v="19488" actId="14100"/>
          <ac:cxnSpMkLst>
            <pc:docMk/>
            <pc:sldMk cId="455432662" sldId="778"/>
            <ac:cxnSpMk id="53" creationId="{118A466B-E8F8-4E84-B769-ACA748D8B8E1}"/>
          </ac:cxnSpMkLst>
        </pc:cxnChg>
        <pc:cxnChg chg="del mod">
          <ac:chgData name="김 태환" userId="37bdad49bf29bd97" providerId="LiveId" clId="{D3DF9AA7-87D4-4521-97A8-27884D41F730}" dt="2020-08-30T23:59:45.854" v="19177" actId="478"/>
          <ac:cxnSpMkLst>
            <pc:docMk/>
            <pc:sldMk cId="455432662" sldId="778"/>
            <ac:cxnSpMk id="65" creationId="{B50AE7C8-3F84-4B09-88A2-1BD95A8C9332}"/>
          </ac:cxnSpMkLst>
        </pc:cxnChg>
      </pc:sldChg>
      <pc:sldChg chg="addSp delSp modSp add mod">
        <pc:chgData name="김 태환" userId="37bdad49bf29bd97" providerId="LiveId" clId="{D3DF9AA7-87D4-4521-97A8-27884D41F730}" dt="2020-08-31T02:27:11.300" v="21328" actId="1076"/>
        <pc:sldMkLst>
          <pc:docMk/>
          <pc:sldMk cId="1300652115" sldId="779"/>
        </pc:sldMkLst>
        <pc:spChg chg="add mod">
          <ac:chgData name="김 태환" userId="37bdad49bf29bd97" providerId="LiveId" clId="{D3DF9AA7-87D4-4521-97A8-27884D41F730}" dt="2020-08-31T00:20:23.484" v="19924" actId="14100"/>
          <ac:spMkLst>
            <pc:docMk/>
            <pc:sldMk cId="1300652115" sldId="779"/>
            <ac:spMk id="5" creationId="{E2D41040-3CD9-42D5-A69A-5C812624B662}"/>
          </ac:spMkLst>
        </pc:spChg>
        <pc:spChg chg="add mod">
          <ac:chgData name="김 태환" userId="37bdad49bf29bd97" providerId="LiveId" clId="{D3DF9AA7-87D4-4521-97A8-27884D41F730}" dt="2020-08-31T00:17:29.720" v="19591" actId="1076"/>
          <ac:spMkLst>
            <pc:docMk/>
            <pc:sldMk cId="1300652115" sldId="779"/>
            <ac:spMk id="6" creationId="{671D0237-7186-437B-B400-4A35E31D49B6}"/>
          </ac:spMkLst>
        </pc:spChg>
        <pc:spChg chg="mod">
          <ac:chgData name="김 태환" userId="37bdad49bf29bd97" providerId="LiveId" clId="{D3DF9AA7-87D4-4521-97A8-27884D41F730}" dt="2020-08-31T00:20:34.789" v="20003" actId="20577"/>
          <ac:spMkLst>
            <pc:docMk/>
            <pc:sldMk cId="1300652115" sldId="779"/>
            <ac:spMk id="10" creationId="{FDE1FDA5-0BB2-40E4-8AF8-122B4B20AEDC}"/>
          </ac:spMkLst>
        </pc:spChg>
        <pc:spChg chg="del">
          <ac:chgData name="김 태환" userId="37bdad49bf29bd97" providerId="LiveId" clId="{D3DF9AA7-87D4-4521-97A8-27884D41F730}" dt="2020-08-31T00:14:04.125" v="19563" actId="478"/>
          <ac:spMkLst>
            <pc:docMk/>
            <pc:sldMk cId="1300652115" sldId="779"/>
            <ac:spMk id="11" creationId="{C191C616-3C54-45F0-B94A-36AFF1EE4C95}"/>
          </ac:spMkLst>
        </pc:spChg>
        <pc:spChg chg="del">
          <ac:chgData name="김 태환" userId="37bdad49bf29bd97" providerId="LiveId" clId="{D3DF9AA7-87D4-4521-97A8-27884D41F730}" dt="2020-08-31T00:14:04.125" v="19563" actId="478"/>
          <ac:spMkLst>
            <pc:docMk/>
            <pc:sldMk cId="1300652115" sldId="779"/>
            <ac:spMk id="12" creationId="{7E008FC2-1A2E-41AB-9ACE-CCFCF45C1C18}"/>
          </ac:spMkLst>
        </pc:spChg>
        <pc:spChg chg="add mod">
          <ac:chgData name="김 태환" userId="37bdad49bf29bd97" providerId="LiveId" clId="{D3DF9AA7-87D4-4521-97A8-27884D41F730}" dt="2020-08-31T00:17:23.534" v="19589" actId="164"/>
          <ac:spMkLst>
            <pc:docMk/>
            <pc:sldMk cId="1300652115" sldId="779"/>
            <ac:spMk id="13" creationId="{EEF36905-CD08-497A-AFCC-2471F5C72857}"/>
          </ac:spMkLst>
        </pc:spChg>
        <pc:spChg chg="del">
          <ac:chgData name="김 태환" userId="37bdad49bf29bd97" providerId="LiveId" clId="{D3DF9AA7-87D4-4521-97A8-27884D41F730}" dt="2020-08-31T00:14:04.125" v="19563" actId="478"/>
          <ac:spMkLst>
            <pc:docMk/>
            <pc:sldMk cId="1300652115" sldId="779"/>
            <ac:spMk id="14" creationId="{258782CE-777A-4DA4-A9D4-484B3ADC4D48}"/>
          </ac:spMkLst>
        </pc:spChg>
        <pc:spChg chg="add mod">
          <ac:chgData name="김 태환" userId="37bdad49bf29bd97" providerId="LiveId" clId="{D3DF9AA7-87D4-4521-97A8-27884D41F730}" dt="2020-08-31T00:17:23.534" v="19589" actId="164"/>
          <ac:spMkLst>
            <pc:docMk/>
            <pc:sldMk cId="1300652115" sldId="779"/>
            <ac:spMk id="15" creationId="{1235EB69-182E-47EE-AC87-7B57DFB66AC6}"/>
          </ac:spMkLst>
        </pc:spChg>
        <pc:spChg chg="add mod">
          <ac:chgData name="김 태환" userId="37bdad49bf29bd97" providerId="LiveId" clId="{D3DF9AA7-87D4-4521-97A8-27884D41F730}" dt="2020-08-31T00:17:23.534" v="19589" actId="164"/>
          <ac:spMkLst>
            <pc:docMk/>
            <pc:sldMk cId="1300652115" sldId="779"/>
            <ac:spMk id="16" creationId="{48E0B015-BD4F-4073-87A3-B448FE8BEA47}"/>
          </ac:spMkLst>
        </pc:spChg>
        <pc:spChg chg="del">
          <ac:chgData name="김 태환" userId="37bdad49bf29bd97" providerId="LiveId" clId="{D3DF9AA7-87D4-4521-97A8-27884D41F730}" dt="2020-08-31T00:14:04.125" v="19563" actId="478"/>
          <ac:spMkLst>
            <pc:docMk/>
            <pc:sldMk cId="1300652115" sldId="779"/>
            <ac:spMk id="17" creationId="{E9FF5467-DB9D-4DC2-8AB6-F4E13094336F}"/>
          </ac:spMkLst>
        </pc:spChg>
        <pc:spChg chg="add mod">
          <ac:chgData name="김 태환" userId="37bdad49bf29bd97" providerId="LiveId" clId="{D3DF9AA7-87D4-4521-97A8-27884D41F730}" dt="2020-08-31T02:26:40.372" v="21325" actId="14100"/>
          <ac:spMkLst>
            <pc:docMk/>
            <pc:sldMk cId="1300652115" sldId="779"/>
            <ac:spMk id="19" creationId="{C7EB275A-93F1-4131-881D-FE5BE2CDDEED}"/>
          </ac:spMkLst>
        </pc:spChg>
        <pc:spChg chg="add mod">
          <ac:chgData name="김 태환" userId="37bdad49bf29bd97" providerId="LiveId" clId="{D3DF9AA7-87D4-4521-97A8-27884D41F730}" dt="2020-08-31T00:20:06.022" v="19836" actId="20577"/>
          <ac:spMkLst>
            <pc:docMk/>
            <pc:sldMk cId="1300652115" sldId="779"/>
            <ac:spMk id="31" creationId="{07F280DF-EF82-4195-BB59-163FE9663DDE}"/>
          </ac:spMkLst>
        </pc:spChg>
        <pc:spChg chg="add mod">
          <ac:chgData name="김 태환" userId="37bdad49bf29bd97" providerId="LiveId" clId="{D3DF9AA7-87D4-4521-97A8-27884D41F730}" dt="2020-08-31T02:27:11.300" v="21328" actId="1076"/>
          <ac:spMkLst>
            <pc:docMk/>
            <pc:sldMk cId="1300652115" sldId="779"/>
            <ac:spMk id="32" creationId="{3E5B486C-C88B-4F1F-925F-657A13946CC2}"/>
          </ac:spMkLst>
        </pc:spChg>
        <pc:spChg chg="add mod">
          <ac:chgData name="김 태환" userId="37bdad49bf29bd97" providerId="LiveId" clId="{D3DF9AA7-87D4-4521-97A8-27884D41F730}" dt="2020-08-31T00:19:25.395" v="19693" actId="14100"/>
          <ac:spMkLst>
            <pc:docMk/>
            <pc:sldMk cId="1300652115" sldId="779"/>
            <ac:spMk id="33" creationId="{CD1A758D-2D07-404B-8854-F124C2D93FAE}"/>
          </ac:spMkLst>
        </pc:spChg>
        <pc:spChg chg="add mod">
          <ac:chgData name="김 태환" userId="37bdad49bf29bd97" providerId="LiveId" clId="{D3DF9AA7-87D4-4521-97A8-27884D41F730}" dt="2020-08-31T02:27:06.426" v="21327" actId="1076"/>
          <ac:spMkLst>
            <pc:docMk/>
            <pc:sldMk cId="1300652115" sldId="779"/>
            <ac:spMk id="34" creationId="{D73CA25A-D36E-4FAD-8025-687735BBDDF7}"/>
          </ac:spMkLst>
        </pc:spChg>
        <pc:spChg chg="add mod">
          <ac:chgData name="김 태환" userId="37bdad49bf29bd97" providerId="LiveId" clId="{D3DF9AA7-87D4-4521-97A8-27884D41F730}" dt="2020-08-31T00:19:50.166" v="19784" actId="20577"/>
          <ac:spMkLst>
            <pc:docMk/>
            <pc:sldMk cId="1300652115" sldId="779"/>
            <ac:spMk id="36" creationId="{E1A2E5CA-F26E-4B01-9DC8-30BFEC85273C}"/>
          </ac:spMkLst>
        </pc:spChg>
        <pc:spChg chg="add mod">
          <ac:chgData name="김 태환" userId="37bdad49bf29bd97" providerId="LiveId" clId="{D3DF9AA7-87D4-4521-97A8-27884D41F730}" dt="2020-08-31T02:27:03.692" v="21326" actId="1076"/>
          <ac:spMkLst>
            <pc:docMk/>
            <pc:sldMk cId="1300652115" sldId="779"/>
            <ac:spMk id="37" creationId="{320B4E25-25D4-4928-B000-A2B3090F2381}"/>
          </ac:spMkLst>
        </pc:spChg>
        <pc:spChg chg="del">
          <ac:chgData name="김 태환" userId="37bdad49bf29bd97" providerId="LiveId" clId="{D3DF9AA7-87D4-4521-97A8-27884D41F730}" dt="2020-08-31T00:14:05.934" v="19564" actId="478"/>
          <ac:spMkLst>
            <pc:docMk/>
            <pc:sldMk cId="1300652115" sldId="779"/>
            <ac:spMk id="50" creationId="{29A3CAD7-E5E7-4D97-8257-7BA935699A1E}"/>
          </ac:spMkLst>
        </pc:spChg>
        <pc:spChg chg="del">
          <ac:chgData name="김 태환" userId="37bdad49bf29bd97" providerId="LiveId" clId="{D3DF9AA7-87D4-4521-97A8-27884D41F730}" dt="2020-08-31T00:14:05.934" v="19564" actId="478"/>
          <ac:spMkLst>
            <pc:docMk/>
            <pc:sldMk cId="1300652115" sldId="779"/>
            <ac:spMk id="51" creationId="{BB8E5A2A-09EA-494F-BAFC-9C78C3FA653C}"/>
          </ac:spMkLst>
        </pc:spChg>
        <pc:spChg chg="del">
          <ac:chgData name="김 태환" userId="37bdad49bf29bd97" providerId="LiveId" clId="{D3DF9AA7-87D4-4521-97A8-27884D41F730}" dt="2020-08-31T00:14:05.934" v="19564" actId="478"/>
          <ac:spMkLst>
            <pc:docMk/>
            <pc:sldMk cId="1300652115" sldId="779"/>
            <ac:spMk id="57" creationId="{6ADDB091-D685-4237-9B5D-0918F8E5962B}"/>
          </ac:spMkLst>
        </pc:spChg>
        <pc:grpChg chg="add mod">
          <ac:chgData name="김 태환" userId="37bdad49bf29bd97" providerId="LiveId" clId="{D3DF9AA7-87D4-4521-97A8-27884D41F730}" dt="2020-08-31T00:18:11.677" v="19603" actId="1036"/>
          <ac:grpSpMkLst>
            <pc:docMk/>
            <pc:sldMk cId="1300652115" sldId="779"/>
            <ac:grpSpMk id="21" creationId="{DF3B3E5C-4545-4277-8ECF-1B6F5DFF8FA9}"/>
          </ac:grpSpMkLst>
        </pc:grpChg>
        <pc:picChg chg="add mod">
          <ac:chgData name="김 태환" userId="37bdad49bf29bd97" providerId="LiveId" clId="{D3DF9AA7-87D4-4521-97A8-27884D41F730}" dt="2020-08-31T00:17:23.534" v="19589" actId="164"/>
          <ac:picMkLst>
            <pc:docMk/>
            <pc:sldMk cId="1300652115" sldId="779"/>
            <ac:picMk id="2" creationId="{8C2B6A90-3A6A-4B8B-937C-D8AA29C32F0C}"/>
          </ac:picMkLst>
        </pc:picChg>
        <pc:picChg chg="del">
          <ac:chgData name="김 태환" userId="37bdad49bf29bd97" providerId="LiveId" clId="{D3DF9AA7-87D4-4521-97A8-27884D41F730}" dt="2020-08-31T00:14:02.461" v="19562" actId="478"/>
          <ac:picMkLst>
            <pc:docMk/>
            <pc:sldMk cId="1300652115" sldId="779"/>
            <ac:picMk id="9" creationId="{CE0C60B9-D6FB-4395-8BF2-019598A04E93}"/>
          </ac:picMkLst>
        </pc:picChg>
        <pc:cxnChg chg="del mod">
          <ac:chgData name="김 태환" userId="37bdad49bf29bd97" providerId="LiveId" clId="{D3DF9AA7-87D4-4521-97A8-27884D41F730}" dt="2020-08-31T00:14:04.125" v="19563" actId="478"/>
          <ac:cxnSpMkLst>
            <pc:docMk/>
            <pc:sldMk cId="1300652115" sldId="779"/>
            <ac:cxnSpMk id="35" creationId="{F252F9F9-F31E-45F5-8DB8-4C63958D4CC5}"/>
          </ac:cxnSpMkLst>
        </pc:cxnChg>
        <pc:cxnChg chg="add mod">
          <ac:chgData name="김 태환" userId="37bdad49bf29bd97" providerId="LiveId" clId="{D3DF9AA7-87D4-4521-97A8-27884D41F730}" dt="2020-08-31T00:20:23.484" v="19924" actId="14100"/>
          <ac:cxnSpMkLst>
            <pc:docMk/>
            <pc:sldMk cId="1300652115" sldId="779"/>
            <ac:cxnSpMk id="38" creationId="{EA2C4A91-0D82-46F5-968C-E39913072B22}"/>
          </ac:cxnSpMkLst>
        </pc:cxnChg>
        <pc:cxnChg chg="add mod">
          <ac:chgData name="김 태환" userId="37bdad49bf29bd97" providerId="LiveId" clId="{D3DF9AA7-87D4-4521-97A8-27884D41F730}" dt="2020-08-31T00:18:46.925" v="19620" actId="14100"/>
          <ac:cxnSpMkLst>
            <pc:docMk/>
            <pc:sldMk cId="1300652115" sldId="779"/>
            <ac:cxnSpMk id="40" creationId="{BC4BA06F-88CE-4990-9E18-E20AB4647D76}"/>
          </ac:cxnSpMkLst>
        </pc:cxnChg>
        <pc:cxnChg chg="add mod">
          <ac:chgData name="김 태환" userId="37bdad49bf29bd97" providerId="LiveId" clId="{D3DF9AA7-87D4-4521-97A8-27884D41F730}" dt="2020-08-31T02:26:40.372" v="21325" actId="14100"/>
          <ac:cxnSpMkLst>
            <pc:docMk/>
            <pc:sldMk cId="1300652115" sldId="779"/>
            <ac:cxnSpMk id="43" creationId="{725A09AA-1929-4D26-901C-5604D196CD77}"/>
          </ac:cxnSpMkLst>
        </pc:cxnChg>
        <pc:cxnChg chg="add mod">
          <ac:chgData name="김 태환" userId="37bdad49bf29bd97" providerId="LiveId" clId="{D3DF9AA7-87D4-4521-97A8-27884D41F730}" dt="2020-08-31T02:22:47.930" v="21322" actId="14100"/>
          <ac:cxnSpMkLst>
            <pc:docMk/>
            <pc:sldMk cId="1300652115" sldId="779"/>
            <ac:cxnSpMk id="46" creationId="{FF0DC83F-E9EE-4FE4-AF56-0644785A299E}"/>
          </ac:cxnSpMkLst>
        </pc:cxnChg>
        <pc:cxnChg chg="del mod">
          <ac:chgData name="김 태환" userId="37bdad49bf29bd97" providerId="LiveId" clId="{D3DF9AA7-87D4-4521-97A8-27884D41F730}" dt="2020-08-31T00:14:05.934" v="19564" actId="478"/>
          <ac:cxnSpMkLst>
            <pc:docMk/>
            <pc:sldMk cId="1300652115" sldId="779"/>
            <ac:cxnSpMk id="53" creationId="{118A466B-E8F8-4E84-B769-ACA748D8B8E1}"/>
          </ac:cxnSpMkLst>
        </pc:cxnChg>
      </pc:sldChg>
      <pc:sldChg chg="addSp delSp modSp add mod">
        <pc:chgData name="김 태환" userId="37bdad49bf29bd97" providerId="LiveId" clId="{D3DF9AA7-87D4-4521-97A8-27884D41F730}" dt="2020-08-31T00:30:44.910" v="20393" actId="20577"/>
        <pc:sldMkLst>
          <pc:docMk/>
          <pc:sldMk cId="569372850" sldId="780"/>
        </pc:sldMkLst>
        <pc:spChg chg="del">
          <ac:chgData name="김 태환" userId="37bdad49bf29bd97" providerId="LiveId" clId="{D3DF9AA7-87D4-4521-97A8-27884D41F730}" dt="2020-08-31T00:23:06.669" v="20007" actId="478"/>
          <ac:spMkLst>
            <pc:docMk/>
            <pc:sldMk cId="569372850" sldId="780"/>
            <ac:spMk id="5" creationId="{E2D41040-3CD9-42D5-A69A-5C812624B662}"/>
          </ac:spMkLst>
        </pc:spChg>
        <pc:spChg chg="del">
          <ac:chgData name="김 태환" userId="37bdad49bf29bd97" providerId="LiveId" clId="{D3DF9AA7-87D4-4521-97A8-27884D41F730}" dt="2020-08-31T00:23:06.669" v="20007" actId="478"/>
          <ac:spMkLst>
            <pc:docMk/>
            <pc:sldMk cId="569372850" sldId="780"/>
            <ac:spMk id="6" creationId="{671D0237-7186-437B-B400-4A35E31D49B6}"/>
          </ac:spMkLst>
        </pc:spChg>
        <pc:spChg chg="mod">
          <ac:chgData name="김 태환" userId="37bdad49bf29bd97" providerId="LiveId" clId="{D3DF9AA7-87D4-4521-97A8-27884D41F730}" dt="2020-08-31T00:29:51.934" v="20197" actId="1076"/>
          <ac:spMkLst>
            <pc:docMk/>
            <pc:sldMk cId="569372850" sldId="780"/>
            <ac:spMk id="10" creationId="{FDE1FDA5-0BB2-40E4-8AF8-122B4B20AEDC}"/>
          </ac:spMkLst>
        </pc:spChg>
        <pc:spChg chg="add del">
          <ac:chgData name="김 태환" userId="37bdad49bf29bd97" providerId="LiveId" clId="{D3DF9AA7-87D4-4521-97A8-27884D41F730}" dt="2020-08-31T00:27:08.689" v="20181" actId="22"/>
          <ac:spMkLst>
            <pc:docMk/>
            <pc:sldMk cId="569372850" sldId="780"/>
            <ac:spMk id="11" creationId="{B744269C-7E76-44B6-9446-00BE48400840}"/>
          </ac:spMkLst>
        </pc:spChg>
        <pc:spChg chg="add del">
          <ac:chgData name="김 태환" userId="37bdad49bf29bd97" providerId="LiveId" clId="{D3DF9AA7-87D4-4521-97A8-27884D41F730}" dt="2020-08-31T00:27:08.689" v="20181" actId="22"/>
          <ac:spMkLst>
            <pc:docMk/>
            <pc:sldMk cId="569372850" sldId="780"/>
            <ac:spMk id="12" creationId="{D6E5B043-EE4E-4FA8-9AEC-C392540997FB}"/>
          </ac:spMkLst>
        </pc:spChg>
        <pc:spChg chg="add mod">
          <ac:chgData name="김 태환" userId="37bdad49bf29bd97" providerId="LiveId" clId="{D3DF9AA7-87D4-4521-97A8-27884D41F730}" dt="2020-08-31T00:29:49.014" v="20195" actId="14100"/>
          <ac:spMkLst>
            <pc:docMk/>
            <pc:sldMk cId="569372850" sldId="780"/>
            <ac:spMk id="14" creationId="{BE2FC89A-6C04-40D4-AC81-1588740A5205}"/>
          </ac:spMkLst>
        </pc:spChg>
        <pc:spChg chg="add mod">
          <ac:chgData name="김 태환" userId="37bdad49bf29bd97" providerId="LiveId" clId="{D3DF9AA7-87D4-4521-97A8-27884D41F730}" dt="2020-08-31T00:30:06.575" v="20202" actId="14100"/>
          <ac:spMkLst>
            <pc:docMk/>
            <pc:sldMk cId="569372850" sldId="780"/>
            <ac:spMk id="27" creationId="{5C32F166-B13B-425D-8EB1-3269CEEA7039}"/>
          </ac:spMkLst>
        </pc:spChg>
        <pc:spChg chg="add del mod">
          <ac:chgData name="김 태환" userId="37bdad49bf29bd97" providerId="LiveId" clId="{D3DF9AA7-87D4-4521-97A8-27884D41F730}" dt="2020-08-31T00:27:16.806" v="20184"/>
          <ac:spMkLst>
            <pc:docMk/>
            <pc:sldMk cId="569372850" sldId="780"/>
            <ac:spMk id="30" creationId="{1A27F1C7-9099-4A07-B35C-7B4598662269}"/>
          </ac:spMkLst>
        </pc:spChg>
        <pc:spChg chg="del">
          <ac:chgData name="김 태환" userId="37bdad49bf29bd97" providerId="LiveId" clId="{D3DF9AA7-87D4-4521-97A8-27884D41F730}" dt="2020-08-31T00:23:06.669" v="20007" actId="478"/>
          <ac:spMkLst>
            <pc:docMk/>
            <pc:sldMk cId="569372850" sldId="780"/>
            <ac:spMk id="31" creationId="{07F280DF-EF82-4195-BB59-163FE9663DDE}"/>
          </ac:spMkLst>
        </pc:spChg>
        <pc:spChg chg="del">
          <ac:chgData name="김 태환" userId="37bdad49bf29bd97" providerId="LiveId" clId="{D3DF9AA7-87D4-4521-97A8-27884D41F730}" dt="2020-08-31T00:23:06.669" v="20007" actId="478"/>
          <ac:spMkLst>
            <pc:docMk/>
            <pc:sldMk cId="569372850" sldId="780"/>
            <ac:spMk id="32" creationId="{3E5B486C-C88B-4F1F-925F-657A13946CC2}"/>
          </ac:spMkLst>
        </pc:spChg>
        <pc:spChg chg="del">
          <ac:chgData name="김 태환" userId="37bdad49bf29bd97" providerId="LiveId" clId="{D3DF9AA7-87D4-4521-97A8-27884D41F730}" dt="2020-08-31T00:23:06.669" v="20007" actId="478"/>
          <ac:spMkLst>
            <pc:docMk/>
            <pc:sldMk cId="569372850" sldId="780"/>
            <ac:spMk id="33" creationId="{CD1A758D-2D07-404B-8854-F124C2D93FAE}"/>
          </ac:spMkLst>
        </pc:spChg>
        <pc:spChg chg="del">
          <ac:chgData name="김 태환" userId="37bdad49bf29bd97" providerId="LiveId" clId="{D3DF9AA7-87D4-4521-97A8-27884D41F730}" dt="2020-08-31T00:23:06.669" v="20007" actId="478"/>
          <ac:spMkLst>
            <pc:docMk/>
            <pc:sldMk cId="569372850" sldId="780"/>
            <ac:spMk id="34" creationId="{D73CA25A-D36E-4FAD-8025-687735BBDDF7}"/>
          </ac:spMkLst>
        </pc:spChg>
        <pc:spChg chg="del">
          <ac:chgData name="김 태환" userId="37bdad49bf29bd97" providerId="LiveId" clId="{D3DF9AA7-87D4-4521-97A8-27884D41F730}" dt="2020-08-31T00:23:06.669" v="20007" actId="478"/>
          <ac:spMkLst>
            <pc:docMk/>
            <pc:sldMk cId="569372850" sldId="780"/>
            <ac:spMk id="36" creationId="{E1A2E5CA-F26E-4B01-9DC8-30BFEC85273C}"/>
          </ac:spMkLst>
        </pc:spChg>
        <pc:spChg chg="del">
          <ac:chgData name="김 태환" userId="37bdad49bf29bd97" providerId="LiveId" clId="{D3DF9AA7-87D4-4521-97A8-27884D41F730}" dt="2020-08-31T00:23:06.669" v="20007" actId="478"/>
          <ac:spMkLst>
            <pc:docMk/>
            <pc:sldMk cId="569372850" sldId="780"/>
            <ac:spMk id="37" creationId="{320B4E25-25D4-4928-B000-A2B3090F2381}"/>
          </ac:spMkLst>
        </pc:spChg>
        <pc:spChg chg="add mod">
          <ac:chgData name="김 태환" userId="37bdad49bf29bd97" providerId="LiveId" clId="{D3DF9AA7-87D4-4521-97A8-27884D41F730}" dt="2020-08-31T00:30:25.990" v="20273" actId="20577"/>
          <ac:spMkLst>
            <pc:docMk/>
            <pc:sldMk cId="569372850" sldId="780"/>
            <ac:spMk id="39" creationId="{3387C39A-1297-4FCB-B19D-8CBB702C862F}"/>
          </ac:spMkLst>
        </pc:spChg>
        <pc:spChg chg="add mod">
          <ac:chgData name="김 태환" userId="37bdad49bf29bd97" providerId="LiveId" clId="{D3DF9AA7-87D4-4521-97A8-27884D41F730}" dt="2020-08-31T00:27:19.474" v="20185"/>
          <ac:spMkLst>
            <pc:docMk/>
            <pc:sldMk cId="569372850" sldId="780"/>
            <ac:spMk id="41" creationId="{8E2D33EB-1B66-447F-95CB-F4B1B6DA5DB0}"/>
          </ac:spMkLst>
        </pc:spChg>
        <pc:spChg chg="add mod">
          <ac:chgData name="김 태환" userId="37bdad49bf29bd97" providerId="LiveId" clId="{D3DF9AA7-87D4-4521-97A8-27884D41F730}" dt="2020-08-31T00:30:44.910" v="20393" actId="20577"/>
          <ac:spMkLst>
            <pc:docMk/>
            <pc:sldMk cId="569372850" sldId="780"/>
            <ac:spMk id="45" creationId="{2707504F-E2D0-4A48-AED6-4068C5E477D4}"/>
          </ac:spMkLst>
        </pc:spChg>
        <pc:spChg chg="add mod">
          <ac:chgData name="김 태환" userId="37bdad49bf29bd97" providerId="LiveId" clId="{D3DF9AA7-87D4-4521-97A8-27884D41F730}" dt="2020-08-31T00:29:56.955" v="20199" actId="20577"/>
          <ac:spMkLst>
            <pc:docMk/>
            <pc:sldMk cId="569372850" sldId="780"/>
            <ac:spMk id="47" creationId="{D78745CD-5DC3-45B2-A59B-5899962C88B5}"/>
          </ac:spMkLst>
        </pc:spChg>
        <pc:grpChg chg="del">
          <ac:chgData name="김 태환" userId="37bdad49bf29bd97" providerId="LiveId" clId="{D3DF9AA7-87D4-4521-97A8-27884D41F730}" dt="2020-08-31T00:23:06.669" v="20007" actId="478"/>
          <ac:grpSpMkLst>
            <pc:docMk/>
            <pc:sldMk cId="569372850" sldId="780"/>
            <ac:grpSpMk id="21" creationId="{DF3B3E5C-4545-4277-8ECF-1B6F5DFF8FA9}"/>
          </ac:grpSpMkLst>
        </pc:grpChg>
        <pc:picChg chg="add mod">
          <ac:chgData name="김 태환" userId="37bdad49bf29bd97" providerId="LiveId" clId="{D3DF9AA7-87D4-4521-97A8-27884D41F730}" dt="2020-08-31T00:29:46.543" v="20194" actId="1076"/>
          <ac:picMkLst>
            <pc:docMk/>
            <pc:sldMk cId="569372850" sldId="780"/>
            <ac:picMk id="9" creationId="{D43FC65A-94A8-4F7A-90FF-AAC92D131895}"/>
          </ac:picMkLst>
        </pc:picChg>
        <pc:cxnChg chg="add del mod">
          <ac:chgData name="김 태환" userId="37bdad49bf29bd97" providerId="LiveId" clId="{D3DF9AA7-87D4-4521-97A8-27884D41F730}" dt="2020-08-31T00:27:16.806" v="20184"/>
          <ac:cxnSpMkLst>
            <pc:docMk/>
            <pc:sldMk cId="569372850" sldId="780"/>
            <ac:cxnSpMk id="35" creationId="{FD4519C0-9911-4450-93C3-D0552F64D8C2}"/>
          </ac:cxnSpMkLst>
        </pc:cxnChg>
        <pc:cxnChg chg="del mod">
          <ac:chgData name="김 태환" userId="37bdad49bf29bd97" providerId="LiveId" clId="{D3DF9AA7-87D4-4521-97A8-27884D41F730}" dt="2020-08-31T00:23:06.669" v="20007" actId="478"/>
          <ac:cxnSpMkLst>
            <pc:docMk/>
            <pc:sldMk cId="569372850" sldId="780"/>
            <ac:cxnSpMk id="38" creationId="{EA2C4A91-0D82-46F5-968C-E39913072B22}"/>
          </ac:cxnSpMkLst>
        </pc:cxnChg>
        <pc:cxnChg chg="del mod">
          <ac:chgData name="김 태환" userId="37bdad49bf29bd97" providerId="LiveId" clId="{D3DF9AA7-87D4-4521-97A8-27884D41F730}" dt="2020-08-31T00:23:06.669" v="20007" actId="478"/>
          <ac:cxnSpMkLst>
            <pc:docMk/>
            <pc:sldMk cId="569372850" sldId="780"/>
            <ac:cxnSpMk id="40" creationId="{BC4BA06F-88CE-4990-9E18-E20AB4647D76}"/>
          </ac:cxnSpMkLst>
        </pc:cxnChg>
        <pc:cxnChg chg="add mod">
          <ac:chgData name="김 태환" userId="37bdad49bf29bd97" providerId="LiveId" clId="{D3DF9AA7-87D4-4521-97A8-27884D41F730}" dt="2020-08-31T00:29:49.014" v="20195" actId="14100"/>
          <ac:cxnSpMkLst>
            <pc:docMk/>
            <pc:sldMk cId="569372850" sldId="780"/>
            <ac:cxnSpMk id="42" creationId="{C5ADAAF4-00AF-4D6D-A376-83E20A7CBE17}"/>
          </ac:cxnSpMkLst>
        </pc:cxnChg>
        <pc:cxnChg chg="del mod">
          <ac:chgData name="김 태환" userId="37bdad49bf29bd97" providerId="LiveId" clId="{D3DF9AA7-87D4-4521-97A8-27884D41F730}" dt="2020-08-31T00:23:06.669" v="20007" actId="478"/>
          <ac:cxnSpMkLst>
            <pc:docMk/>
            <pc:sldMk cId="569372850" sldId="780"/>
            <ac:cxnSpMk id="43" creationId="{725A09AA-1929-4D26-901C-5604D196CD77}"/>
          </ac:cxnSpMkLst>
        </pc:cxnChg>
        <pc:cxnChg chg="del mod">
          <ac:chgData name="김 태환" userId="37bdad49bf29bd97" providerId="LiveId" clId="{D3DF9AA7-87D4-4521-97A8-27884D41F730}" dt="2020-08-31T00:23:06.669" v="20007" actId="478"/>
          <ac:cxnSpMkLst>
            <pc:docMk/>
            <pc:sldMk cId="569372850" sldId="780"/>
            <ac:cxnSpMk id="46" creationId="{FF0DC83F-E9EE-4FE4-AF56-0644785A299E}"/>
          </ac:cxnSpMkLst>
        </pc:cxnChg>
        <pc:cxnChg chg="add mod">
          <ac:chgData name="김 태환" userId="37bdad49bf29bd97" providerId="LiveId" clId="{D3DF9AA7-87D4-4521-97A8-27884D41F730}" dt="2020-08-31T00:30:14.909" v="20206" actId="14100"/>
          <ac:cxnSpMkLst>
            <pc:docMk/>
            <pc:sldMk cId="569372850" sldId="780"/>
            <ac:cxnSpMk id="49" creationId="{D7EAAD98-1A6B-4863-9A03-756E446A9944}"/>
          </ac:cxnSpMkLst>
        </pc:cxnChg>
      </pc:sldChg>
      <pc:sldChg chg="addSp delSp modSp add mod">
        <pc:chgData name="김 태환" userId="37bdad49bf29bd97" providerId="LiveId" clId="{D3DF9AA7-87D4-4521-97A8-27884D41F730}" dt="2020-08-31T00:35:52.812" v="20458" actId="1076"/>
        <pc:sldMkLst>
          <pc:docMk/>
          <pc:sldMk cId="3473251477" sldId="781"/>
        </pc:sldMkLst>
        <pc:spChg chg="mod">
          <ac:chgData name="김 태환" userId="37bdad49bf29bd97" providerId="LiveId" clId="{D3DF9AA7-87D4-4521-97A8-27884D41F730}" dt="2020-08-31T00:23:51.006" v="20179" actId="20577"/>
          <ac:spMkLst>
            <pc:docMk/>
            <pc:sldMk cId="3473251477" sldId="781"/>
            <ac:spMk id="10" creationId="{FDE1FDA5-0BB2-40E4-8AF8-122B4B20AEDC}"/>
          </ac:spMkLst>
        </pc:spChg>
        <pc:spChg chg="add mod">
          <ac:chgData name="김 태환" userId="37bdad49bf29bd97" providerId="LiveId" clId="{D3DF9AA7-87D4-4521-97A8-27884D41F730}" dt="2020-08-31T00:35:48.443" v="20455" actId="14100"/>
          <ac:spMkLst>
            <pc:docMk/>
            <pc:sldMk cId="3473251477" sldId="781"/>
            <ac:spMk id="11" creationId="{5AF53828-2BD5-4D3F-83C5-26B18B0B8B10}"/>
          </ac:spMkLst>
        </pc:spChg>
        <pc:spChg chg="add mod">
          <ac:chgData name="김 태환" userId="37bdad49bf29bd97" providerId="LiveId" clId="{D3DF9AA7-87D4-4521-97A8-27884D41F730}" dt="2020-08-31T00:34:41.713" v="20397"/>
          <ac:spMkLst>
            <pc:docMk/>
            <pc:sldMk cId="3473251477" sldId="781"/>
            <ac:spMk id="12" creationId="{1A528874-19BD-4B22-97DA-8D42D8C650CE}"/>
          </ac:spMkLst>
        </pc:spChg>
        <pc:spChg chg="add mod">
          <ac:chgData name="김 태환" userId="37bdad49bf29bd97" providerId="LiveId" clId="{D3DF9AA7-87D4-4521-97A8-27884D41F730}" dt="2020-08-31T00:35:52.812" v="20458" actId="1076"/>
          <ac:spMkLst>
            <pc:docMk/>
            <pc:sldMk cId="3473251477" sldId="781"/>
            <ac:spMk id="14" creationId="{70194E2C-5A2A-46FB-9B67-3B424CE201AA}"/>
          </ac:spMkLst>
        </pc:spChg>
        <pc:picChg chg="add mod">
          <ac:chgData name="김 태환" userId="37bdad49bf29bd97" providerId="LiveId" clId="{D3DF9AA7-87D4-4521-97A8-27884D41F730}" dt="2020-08-31T00:35:52.812" v="20458" actId="1076"/>
          <ac:picMkLst>
            <pc:docMk/>
            <pc:sldMk cId="3473251477" sldId="781"/>
            <ac:picMk id="2" creationId="{73FDF3C6-F1ED-4804-ABD0-AE0E5BEEB776}"/>
          </ac:picMkLst>
        </pc:picChg>
        <pc:picChg chg="del">
          <ac:chgData name="김 태환" userId="37bdad49bf29bd97" providerId="LiveId" clId="{D3DF9AA7-87D4-4521-97A8-27884D41F730}" dt="2020-08-31T00:34:27.781" v="20394" actId="478"/>
          <ac:picMkLst>
            <pc:docMk/>
            <pc:sldMk cId="3473251477" sldId="781"/>
            <ac:picMk id="9" creationId="{D43FC65A-94A8-4F7A-90FF-AAC92D131895}"/>
          </ac:picMkLst>
        </pc:picChg>
        <pc:cxnChg chg="add mod">
          <ac:chgData name="김 태환" userId="37bdad49bf29bd97" providerId="LiveId" clId="{D3DF9AA7-87D4-4521-97A8-27884D41F730}" dt="2020-08-31T00:35:52.812" v="20458" actId="1076"/>
          <ac:cxnSpMkLst>
            <pc:docMk/>
            <pc:sldMk cId="3473251477" sldId="781"/>
            <ac:cxnSpMk id="13" creationId="{519501ED-3C3E-4FCE-BC92-EDEC5B78B50B}"/>
          </ac:cxnSpMkLst>
        </pc:cxnChg>
      </pc:sldChg>
      <pc:sldChg chg="addSp delSp modSp add mod">
        <pc:chgData name="김 태환" userId="37bdad49bf29bd97" providerId="LiveId" clId="{D3DF9AA7-87D4-4521-97A8-27884D41F730}" dt="2020-08-31T02:19:06.663" v="21321"/>
        <pc:sldMkLst>
          <pc:docMk/>
          <pc:sldMk cId="67664201" sldId="782"/>
        </pc:sldMkLst>
        <pc:spChg chg="add mod">
          <ac:chgData name="김 태환" userId="37bdad49bf29bd97" providerId="LiveId" clId="{D3DF9AA7-87D4-4521-97A8-27884D41F730}" dt="2020-08-31T01:00:29.039" v="20782" actId="20577"/>
          <ac:spMkLst>
            <pc:docMk/>
            <pc:sldMk cId="67664201" sldId="782"/>
            <ac:spMk id="5" creationId="{44D5E124-8D6E-4B60-8CE8-376A2672DABB}"/>
          </ac:spMkLst>
        </pc:spChg>
        <pc:spChg chg="mod">
          <ac:chgData name="김 태환" userId="37bdad49bf29bd97" providerId="LiveId" clId="{D3DF9AA7-87D4-4521-97A8-27884D41F730}" dt="2020-08-31T00:47:36.460" v="20471" actId="207"/>
          <ac:spMkLst>
            <pc:docMk/>
            <pc:sldMk cId="67664201" sldId="782"/>
            <ac:spMk id="7" creationId="{00000000-0000-0000-0000-000000000000}"/>
          </ac:spMkLst>
        </pc:spChg>
        <pc:spChg chg="add mod">
          <ac:chgData name="김 태환" userId="37bdad49bf29bd97" providerId="LiveId" clId="{D3DF9AA7-87D4-4521-97A8-27884D41F730}" dt="2020-08-31T01:01:06.098" v="20833" actId="1076"/>
          <ac:spMkLst>
            <pc:docMk/>
            <pc:sldMk cId="67664201" sldId="782"/>
            <ac:spMk id="9" creationId="{4DE0EFC4-C9C1-497C-8FC2-124F576459DE}"/>
          </ac:spMkLst>
        </pc:spChg>
        <pc:spChg chg="del">
          <ac:chgData name="김 태환" userId="37bdad49bf29bd97" providerId="LiveId" clId="{D3DF9AA7-87D4-4521-97A8-27884D41F730}" dt="2020-08-31T00:47:13.870" v="20463" actId="478"/>
          <ac:spMkLst>
            <pc:docMk/>
            <pc:sldMk cId="67664201" sldId="782"/>
            <ac:spMk id="10" creationId="{FDE1FDA5-0BB2-40E4-8AF8-122B4B20AEDC}"/>
          </ac:spMkLst>
        </pc:spChg>
        <pc:spChg chg="del">
          <ac:chgData name="김 태환" userId="37bdad49bf29bd97" providerId="LiveId" clId="{D3DF9AA7-87D4-4521-97A8-27884D41F730}" dt="2020-08-31T00:47:12.206" v="20462" actId="478"/>
          <ac:spMkLst>
            <pc:docMk/>
            <pc:sldMk cId="67664201" sldId="782"/>
            <ac:spMk id="11" creationId="{5AF53828-2BD5-4D3F-83C5-26B18B0B8B10}"/>
          </ac:spMkLst>
        </pc:spChg>
        <pc:spChg chg="del">
          <ac:chgData name="김 태환" userId="37bdad49bf29bd97" providerId="LiveId" clId="{D3DF9AA7-87D4-4521-97A8-27884D41F730}" dt="2020-08-31T00:47:12.206" v="20462" actId="478"/>
          <ac:spMkLst>
            <pc:docMk/>
            <pc:sldMk cId="67664201" sldId="782"/>
            <ac:spMk id="12" creationId="{1A528874-19BD-4B22-97DA-8D42D8C650CE}"/>
          </ac:spMkLst>
        </pc:spChg>
        <pc:spChg chg="add mod">
          <ac:chgData name="김 태환" userId="37bdad49bf29bd97" providerId="LiveId" clId="{D3DF9AA7-87D4-4521-97A8-27884D41F730}" dt="2020-08-31T01:18:38.256" v="21196" actId="20577"/>
          <ac:spMkLst>
            <pc:docMk/>
            <pc:sldMk cId="67664201" sldId="782"/>
            <ac:spMk id="12" creationId="{3D2C7002-F233-4330-9B7C-21A77A5E79D5}"/>
          </ac:spMkLst>
        </pc:spChg>
        <pc:spChg chg="del">
          <ac:chgData name="김 태환" userId="37bdad49bf29bd97" providerId="LiveId" clId="{D3DF9AA7-87D4-4521-97A8-27884D41F730}" dt="2020-08-31T00:47:12.206" v="20462" actId="478"/>
          <ac:spMkLst>
            <pc:docMk/>
            <pc:sldMk cId="67664201" sldId="782"/>
            <ac:spMk id="14" creationId="{70194E2C-5A2A-46FB-9B67-3B424CE201AA}"/>
          </ac:spMkLst>
        </pc:spChg>
        <pc:spChg chg="add mod">
          <ac:chgData name="김 태환" userId="37bdad49bf29bd97" providerId="LiveId" clId="{D3DF9AA7-87D4-4521-97A8-27884D41F730}" dt="2020-08-31T01:18:45.528" v="21197" actId="1076"/>
          <ac:spMkLst>
            <pc:docMk/>
            <pc:sldMk cId="67664201" sldId="782"/>
            <ac:spMk id="16" creationId="{6D19A2A7-87E2-4A77-8854-61C7EFF332E9}"/>
          </ac:spMkLst>
        </pc:spChg>
        <pc:spChg chg="add mod">
          <ac:chgData name="김 태환" userId="37bdad49bf29bd97" providerId="LiveId" clId="{D3DF9AA7-87D4-4521-97A8-27884D41F730}" dt="2020-08-31T01:55:44.303" v="21215" actId="1076"/>
          <ac:spMkLst>
            <pc:docMk/>
            <pc:sldMk cId="67664201" sldId="782"/>
            <ac:spMk id="17" creationId="{32114B75-6102-4571-AF79-52AB8D8E7889}"/>
          </ac:spMkLst>
        </pc:spChg>
        <pc:spChg chg="add mod">
          <ac:chgData name="김 태환" userId="37bdad49bf29bd97" providerId="LiveId" clId="{D3DF9AA7-87D4-4521-97A8-27884D41F730}" dt="2020-08-31T02:19:06.663" v="21321"/>
          <ac:spMkLst>
            <pc:docMk/>
            <pc:sldMk cId="67664201" sldId="782"/>
            <ac:spMk id="18" creationId="{55FBFF6B-2BB4-4678-86D9-B9631C3FB6D5}"/>
          </ac:spMkLst>
        </pc:spChg>
        <pc:picChg chg="del">
          <ac:chgData name="김 태환" userId="37bdad49bf29bd97" providerId="LiveId" clId="{D3DF9AA7-87D4-4521-97A8-27884D41F730}" dt="2020-08-31T00:47:12.206" v="20462" actId="478"/>
          <ac:picMkLst>
            <pc:docMk/>
            <pc:sldMk cId="67664201" sldId="782"/>
            <ac:picMk id="2" creationId="{73FDF3C6-F1ED-4804-ABD0-AE0E5BEEB776}"/>
          </ac:picMkLst>
        </pc:picChg>
        <pc:picChg chg="add del mod">
          <ac:chgData name="김 태환" userId="37bdad49bf29bd97" providerId="LiveId" clId="{D3DF9AA7-87D4-4521-97A8-27884D41F730}" dt="2020-08-31T01:02:36.342" v="20988" actId="478"/>
          <ac:picMkLst>
            <pc:docMk/>
            <pc:sldMk cId="67664201" sldId="782"/>
            <ac:picMk id="2" creationId="{C5B2FA69-32E8-4F91-A406-0B2B14E304E7}"/>
          </ac:picMkLst>
        </pc:picChg>
        <pc:picChg chg="add mod">
          <ac:chgData name="김 태환" userId="37bdad49bf29bd97" providerId="LiveId" clId="{D3DF9AA7-87D4-4521-97A8-27884D41F730}" dt="2020-08-31T00:53:46.487" v="20528" actId="1076"/>
          <ac:picMkLst>
            <pc:docMk/>
            <pc:sldMk cId="67664201" sldId="782"/>
            <ac:picMk id="6" creationId="{6E2CC238-ED7C-41C1-A1D1-5F994B1E8717}"/>
          </ac:picMkLst>
        </pc:picChg>
        <pc:picChg chg="add mod">
          <ac:chgData name="김 태환" userId="37bdad49bf29bd97" providerId="LiveId" clId="{D3DF9AA7-87D4-4521-97A8-27884D41F730}" dt="2020-08-31T01:02:45.736" v="20990" actId="1076"/>
          <ac:picMkLst>
            <pc:docMk/>
            <pc:sldMk cId="67664201" sldId="782"/>
            <ac:picMk id="10" creationId="{09E74A2E-6563-4F31-A7B0-54E27B9B066D}"/>
          </ac:picMkLst>
        </pc:picChg>
        <pc:picChg chg="add del mod">
          <ac:chgData name="김 태환" userId="37bdad49bf29bd97" providerId="LiveId" clId="{D3DF9AA7-87D4-4521-97A8-27884D41F730}" dt="2020-08-31T01:54:54.327" v="21205" actId="478"/>
          <ac:picMkLst>
            <pc:docMk/>
            <pc:sldMk cId="67664201" sldId="782"/>
            <ac:picMk id="11" creationId="{2E85E8EA-1DE3-4E74-93D9-CF1B22F55221}"/>
          </ac:picMkLst>
        </pc:picChg>
        <pc:picChg chg="add del mod">
          <ac:chgData name="김 태환" userId="37bdad49bf29bd97" providerId="LiveId" clId="{D3DF9AA7-87D4-4521-97A8-27884D41F730}" dt="2020-08-31T01:54:57.839" v="21208" actId="478"/>
          <ac:picMkLst>
            <pc:docMk/>
            <pc:sldMk cId="67664201" sldId="782"/>
            <ac:picMk id="13" creationId="{C178DADB-6648-4DAD-8E03-5F96282B218E}"/>
          </ac:picMkLst>
        </pc:picChg>
        <pc:picChg chg="add mod">
          <ac:chgData name="김 태환" userId="37bdad49bf29bd97" providerId="LiveId" clId="{D3DF9AA7-87D4-4521-97A8-27884D41F730}" dt="2020-08-31T01:55:44.303" v="21215" actId="1076"/>
          <ac:picMkLst>
            <pc:docMk/>
            <pc:sldMk cId="67664201" sldId="782"/>
            <ac:picMk id="14" creationId="{6593A01B-DA41-48AC-B5F4-1A120FBA162F}"/>
          </ac:picMkLst>
        </pc:picChg>
        <pc:cxnChg chg="del mod">
          <ac:chgData name="김 태환" userId="37bdad49bf29bd97" providerId="LiveId" clId="{D3DF9AA7-87D4-4521-97A8-27884D41F730}" dt="2020-08-31T00:47:12.206" v="20462" actId="478"/>
          <ac:cxnSpMkLst>
            <pc:docMk/>
            <pc:sldMk cId="67664201" sldId="782"/>
            <ac:cxnSpMk id="13" creationId="{519501ED-3C3E-4FCE-BC92-EDEC5B78B50B}"/>
          </ac:cxnSpMkLst>
        </pc:cxnChg>
      </pc:sldChg>
      <pc:sldChg chg="add del">
        <pc:chgData name="김 태환" userId="37bdad49bf29bd97" providerId="LiveId" clId="{D3DF9AA7-87D4-4521-97A8-27884D41F730}" dt="2020-08-31T00:39:02.388" v="20460" actId="47"/>
        <pc:sldMkLst>
          <pc:docMk/>
          <pc:sldMk cId="2923249174" sldId="782"/>
        </pc:sldMkLst>
      </pc:sldChg>
      <pc:sldChg chg="addSp delSp modSp add mod">
        <pc:chgData name="김 태환" userId="37bdad49bf29bd97" providerId="LiveId" clId="{D3DF9AA7-87D4-4521-97A8-27884D41F730}" dt="2020-08-31T07:27:32.740" v="25490" actId="207"/>
        <pc:sldMkLst>
          <pc:docMk/>
          <pc:sldMk cId="980982292" sldId="783"/>
        </pc:sldMkLst>
        <pc:spChg chg="mod">
          <ac:chgData name="김 태환" userId="37bdad49bf29bd97" providerId="LiveId" clId="{D3DF9AA7-87D4-4521-97A8-27884D41F730}" dt="2020-08-31T07:04:27.283" v="25096"/>
          <ac:spMkLst>
            <pc:docMk/>
            <pc:sldMk cId="980982292" sldId="783"/>
            <ac:spMk id="5" creationId="{44D5E124-8D6E-4B60-8CE8-376A2672DABB}"/>
          </ac:spMkLst>
        </pc:spChg>
        <pc:spChg chg="mod">
          <ac:chgData name="김 태환" userId="37bdad49bf29bd97" providerId="LiveId" clId="{D3DF9AA7-87D4-4521-97A8-27884D41F730}" dt="2020-08-31T03:17:54.713" v="21408" actId="20577"/>
          <ac:spMkLst>
            <pc:docMk/>
            <pc:sldMk cId="980982292" sldId="783"/>
            <ac:spMk id="7" creationId="{00000000-0000-0000-0000-000000000000}"/>
          </ac:spMkLst>
        </pc:spChg>
        <pc:spChg chg="del">
          <ac:chgData name="김 태환" userId="37bdad49bf29bd97" providerId="LiveId" clId="{D3DF9AA7-87D4-4521-97A8-27884D41F730}" dt="2020-08-31T03:07:17.305" v="21331" actId="478"/>
          <ac:spMkLst>
            <pc:docMk/>
            <pc:sldMk cId="980982292" sldId="783"/>
            <ac:spMk id="9" creationId="{4DE0EFC4-C9C1-497C-8FC2-124F576459DE}"/>
          </ac:spMkLst>
        </pc:spChg>
        <pc:spChg chg="add mod">
          <ac:chgData name="김 태환" userId="37bdad49bf29bd97" providerId="LiveId" clId="{D3DF9AA7-87D4-4521-97A8-27884D41F730}" dt="2020-08-31T07:15:56.611" v="25122" actId="208"/>
          <ac:spMkLst>
            <pc:docMk/>
            <pc:sldMk cId="980982292" sldId="783"/>
            <ac:spMk id="11" creationId="{80E5648B-F50A-4C07-B912-E45E9FC42D18}"/>
          </ac:spMkLst>
        </pc:spChg>
        <pc:spChg chg="del">
          <ac:chgData name="김 태환" userId="37bdad49bf29bd97" providerId="LiveId" clId="{D3DF9AA7-87D4-4521-97A8-27884D41F730}" dt="2020-08-31T03:07:17.305" v="21331" actId="478"/>
          <ac:spMkLst>
            <pc:docMk/>
            <pc:sldMk cId="980982292" sldId="783"/>
            <ac:spMk id="12" creationId="{3D2C7002-F233-4330-9B7C-21A77A5E79D5}"/>
          </ac:spMkLst>
        </pc:spChg>
        <pc:spChg chg="add mod">
          <ac:chgData name="김 태환" userId="37bdad49bf29bd97" providerId="LiveId" clId="{D3DF9AA7-87D4-4521-97A8-27884D41F730}" dt="2020-08-31T07:27:32.740" v="25490" actId="207"/>
          <ac:spMkLst>
            <pc:docMk/>
            <pc:sldMk cId="980982292" sldId="783"/>
            <ac:spMk id="13" creationId="{212DEB33-57EE-4FFC-A0D1-BAA49AE003FA}"/>
          </ac:spMkLst>
        </pc:spChg>
        <pc:spChg chg="del">
          <ac:chgData name="김 태환" userId="37bdad49bf29bd97" providerId="LiveId" clId="{D3DF9AA7-87D4-4521-97A8-27884D41F730}" dt="2020-08-31T03:07:17.305" v="21331" actId="478"/>
          <ac:spMkLst>
            <pc:docMk/>
            <pc:sldMk cId="980982292" sldId="783"/>
            <ac:spMk id="16" creationId="{6D19A2A7-87E2-4A77-8854-61C7EFF332E9}"/>
          </ac:spMkLst>
        </pc:spChg>
        <pc:spChg chg="del">
          <ac:chgData name="김 태환" userId="37bdad49bf29bd97" providerId="LiveId" clId="{D3DF9AA7-87D4-4521-97A8-27884D41F730}" dt="2020-08-31T03:07:17.305" v="21331" actId="478"/>
          <ac:spMkLst>
            <pc:docMk/>
            <pc:sldMk cId="980982292" sldId="783"/>
            <ac:spMk id="17" creationId="{32114B75-6102-4571-AF79-52AB8D8E7889}"/>
          </ac:spMkLst>
        </pc:spChg>
        <pc:spChg chg="del">
          <ac:chgData name="김 태환" userId="37bdad49bf29bd97" providerId="LiveId" clId="{D3DF9AA7-87D4-4521-97A8-27884D41F730}" dt="2020-08-31T03:07:17.305" v="21331" actId="478"/>
          <ac:spMkLst>
            <pc:docMk/>
            <pc:sldMk cId="980982292" sldId="783"/>
            <ac:spMk id="18" creationId="{55FBFF6B-2BB4-4678-86D9-B9631C3FB6D5}"/>
          </ac:spMkLst>
        </pc:spChg>
        <pc:picChg chg="add mod">
          <ac:chgData name="김 태환" userId="37bdad49bf29bd97" providerId="LiveId" clId="{D3DF9AA7-87D4-4521-97A8-27884D41F730}" dt="2020-08-31T03:13:40.074" v="21384" actId="1076"/>
          <ac:picMkLst>
            <pc:docMk/>
            <pc:sldMk cId="980982292" sldId="783"/>
            <ac:picMk id="2" creationId="{6052CEB4-B3D6-4AFF-A4E5-296A1FCD8FEF}"/>
          </ac:picMkLst>
        </pc:picChg>
        <pc:picChg chg="del">
          <ac:chgData name="김 태환" userId="37bdad49bf29bd97" providerId="LiveId" clId="{D3DF9AA7-87D4-4521-97A8-27884D41F730}" dt="2020-08-31T03:07:14.937" v="21330" actId="478"/>
          <ac:picMkLst>
            <pc:docMk/>
            <pc:sldMk cId="980982292" sldId="783"/>
            <ac:picMk id="6" creationId="{6E2CC238-ED7C-41C1-A1D1-5F994B1E8717}"/>
          </ac:picMkLst>
        </pc:picChg>
        <pc:picChg chg="del">
          <ac:chgData name="김 태환" userId="37bdad49bf29bd97" providerId="LiveId" clId="{D3DF9AA7-87D4-4521-97A8-27884D41F730}" dt="2020-08-31T03:07:14.937" v="21330" actId="478"/>
          <ac:picMkLst>
            <pc:docMk/>
            <pc:sldMk cId="980982292" sldId="783"/>
            <ac:picMk id="10" creationId="{09E74A2E-6563-4F31-A7B0-54E27B9B066D}"/>
          </ac:picMkLst>
        </pc:picChg>
        <pc:picChg chg="del">
          <ac:chgData name="김 태환" userId="37bdad49bf29bd97" providerId="LiveId" clId="{D3DF9AA7-87D4-4521-97A8-27884D41F730}" dt="2020-08-31T03:07:14.937" v="21330" actId="478"/>
          <ac:picMkLst>
            <pc:docMk/>
            <pc:sldMk cId="980982292" sldId="783"/>
            <ac:picMk id="14" creationId="{6593A01B-DA41-48AC-B5F4-1A120FBA162F}"/>
          </ac:picMkLst>
        </pc:picChg>
      </pc:sldChg>
      <pc:sldChg chg="addSp modSp add mod">
        <pc:chgData name="김 태환" userId="37bdad49bf29bd97" providerId="LiveId" clId="{D3DF9AA7-87D4-4521-97A8-27884D41F730}" dt="2020-08-31T07:16:27.255" v="25134" actId="20577"/>
        <pc:sldMkLst>
          <pc:docMk/>
          <pc:sldMk cId="1996056928" sldId="784"/>
        </pc:sldMkLst>
        <pc:spChg chg="mod">
          <ac:chgData name="김 태환" userId="37bdad49bf29bd97" providerId="LiveId" clId="{D3DF9AA7-87D4-4521-97A8-27884D41F730}" dt="2020-08-31T07:04:23.643" v="25095"/>
          <ac:spMkLst>
            <pc:docMk/>
            <pc:sldMk cId="1996056928" sldId="784"/>
            <ac:spMk id="5" creationId="{44D5E124-8D6E-4B60-8CE8-376A2672DABB}"/>
          </ac:spMkLst>
        </pc:spChg>
        <pc:spChg chg="add mod">
          <ac:chgData name="김 태환" userId="37bdad49bf29bd97" providerId="LiveId" clId="{D3DF9AA7-87D4-4521-97A8-27884D41F730}" dt="2020-08-31T03:51:11.810" v="21958" actId="20577"/>
          <ac:spMkLst>
            <pc:docMk/>
            <pc:sldMk cId="1996056928" sldId="784"/>
            <ac:spMk id="6" creationId="{0D4AE4EA-CA5E-48D1-BF54-B7D4ACE95584}"/>
          </ac:spMkLst>
        </pc:spChg>
        <pc:spChg chg="mod">
          <ac:chgData name="김 태환" userId="37bdad49bf29bd97" providerId="LiveId" clId="{D3DF9AA7-87D4-4521-97A8-27884D41F730}" dt="2020-08-31T07:16:27.255" v="25134" actId="20577"/>
          <ac:spMkLst>
            <pc:docMk/>
            <pc:sldMk cId="1996056928" sldId="784"/>
            <ac:spMk id="7" creationId="{00000000-0000-0000-0000-000000000000}"/>
          </ac:spMkLst>
        </pc:spChg>
        <pc:spChg chg="mod">
          <ac:chgData name="김 태환" userId="37bdad49bf29bd97" providerId="LiveId" clId="{D3DF9AA7-87D4-4521-97A8-27884D41F730}" dt="2020-08-31T07:16:08.764" v="25130" actId="14100"/>
          <ac:spMkLst>
            <pc:docMk/>
            <pc:sldMk cId="1996056928" sldId="784"/>
            <ac:spMk id="11" creationId="{80E5648B-F50A-4C07-B912-E45E9FC42D18}"/>
          </ac:spMkLst>
        </pc:spChg>
        <pc:picChg chg="mod">
          <ac:chgData name="김 태환" userId="37bdad49bf29bd97" providerId="LiveId" clId="{D3DF9AA7-87D4-4521-97A8-27884D41F730}" dt="2020-08-31T07:16:04.720" v="25128" actId="1076"/>
          <ac:picMkLst>
            <pc:docMk/>
            <pc:sldMk cId="1996056928" sldId="784"/>
            <ac:picMk id="2" creationId="{6052CEB4-B3D6-4AFF-A4E5-296A1FCD8FEF}"/>
          </ac:picMkLst>
        </pc:picChg>
      </pc:sldChg>
      <pc:sldChg chg="addSp modSp add del mod">
        <pc:chgData name="김 태환" userId="37bdad49bf29bd97" providerId="LiveId" clId="{D3DF9AA7-87D4-4521-97A8-27884D41F730}" dt="2020-08-31T07:16:20.135" v="25131" actId="47"/>
        <pc:sldMkLst>
          <pc:docMk/>
          <pc:sldMk cId="1600416825" sldId="785"/>
        </pc:sldMkLst>
        <pc:spChg chg="mod">
          <ac:chgData name="김 태환" userId="37bdad49bf29bd97" providerId="LiveId" clId="{D3DF9AA7-87D4-4521-97A8-27884D41F730}" dt="2020-08-31T07:04:11.498" v="25094"/>
          <ac:spMkLst>
            <pc:docMk/>
            <pc:sldMk cId="1600416825" sldId="785"/>
            <ac:spMk id="5" creationId="{44D5E124-8D6E-4B60-8CE8-376A2672DABB}"/>
          </ac:spMkLst>
        </pc:spChg>
        <pc:spChg chg="add mod">
          <ac:chgData name="김 태환" userId="37bdad49bf29bd97" providerId="LiveId" clId="{D3DF9AA7-87D4-4521-97A8-27884D41F730}" dt="2020-08-31T04:01:41.699" v="22225" actId="20577"/>
          <ac:spMkLst>
            <pc:docMk/>
            <pc:sldMk cId="1600416825" sldId="785"/>
            <ac:spMk id="6" creationId="{792F2EB3-7040-4EF8-8B19-C32956978AA5}"/>
          </ac:spMkLst>
        </pc:spChg>
        <pc:spChg chg="mod">
          <ac:chgData name="김 태환" userId="37bdad49bf29bd97" providerId="LiveId" clId="{D3DF9AA7-87D4-4521-97A8-27884D41F730}" dt="2020-08-31T04:02:04.800" v="22227"/>
          <ac:spMkLst>
            <pc:docMk/>
            <pc:sldMk cId="1600416825" sldId="785"/>
            <ac:spMk id="7" creationId="{00000000-0000-0000-0000-000000000000}"/>
          </ac:spMkLst>
        </pc:spChg>
        <pc:spChg chg="mod">
          <ac:chgData name="김 태환" userId="37bdad49bf29bd97" providerId="LiveId" clId="{D3DF9AA7-87D4-4521-97A8-27884D41F730}" dt="2020-08-31T07:15:44.755" v="25121" actId="14100"/>
          <ac:spMkLst>
            <pc:docMk/>
            <pc:sldMk cId="1600416825" sldId="785"/>
            <ac:spMk id="11" creationId="{80E5648B-F50A-4C07-B912-E45E9FC42D18}"/>
          </ac:spMkLst>
        </pc:spChg>
      </pc:sldChg>
      <pc:sldChg chg="addSp modSp add mod">
        <pc:chgData name="김 태환" userId="37bdad49bf29bd97" providerId="LiveId" clId="{D3DF9AA7-87D4-4521-97A8-27884D41F730}" dt="2020-08-31T07:04:08.474" v="25093"/>
        <pc:sldMkLst>
          <pc:docMk/>
          <pc:sldMk cId="371556203" sldId="786"/>
        </pc:sldMkLst>
        <pc:spChg chg="mod">
          <ac:chgData name="김 태환" userId="37bdad49bf29bd97" providerId="LiveId" clId="{D3DF9AA7-87D4-4521-97A8-27884D41F730}" dt="2020-08-31T07:04:08.474" v="25093"/>
          <ac:spMkLst>
            <pc:docMk/>
            <pc:sldMk cId="371556203" sldId="786"/>
            <ac:spMk id="5" creationId="{44D5E124-8D6E-4B60-8CE8-376A2672DABB}"/>
          </ac:spMkLst>
        </pc:spChg>
        <pc:spChg chg="add mod">
          <ac:chgData name="김 태환" userId="37bdad49bf29bd97" providerId="LiveId" clId="{D3DF9AA7-87D4-4521-97A8-27884D41F730}" dt="2020-08-31T05:40:02.743" v="24152" actId="20577"/>
          <ac:spMkLst>
            <pc:docMk/>
            <pc:sldMk cId="371556203" sldId="786"/>
            <ac:spMk id="6" creationId="{1BB28878-3B87-4651-8B10-97B69D6BE176}"/>
          </ac:spMkLst>
        </pc:spChg>
        <pc:spChg chg="mod">
          <ac:chgData name="김 태환" userId="37bdad49bf29bd97" providerId="LiveId" clId="{D3DF9AA7-87D4-4521-97A8-27884D41F730}" dt="2020-08-31T04:02:11.768" v="22228"/>
          <ac:spMkLst>
            <pc:docMk/>
            <pc:sldMk cId="371556203" sldId="786"/>
            <ac:spMk id="7" creationId="{00000000-0000-0000-0000-000000000000}"/>
          </ac:spMkLst>
        </pc:spChg>
        <pc:spChg chg="mod">
          <ac:chgData name="김 태환" userId="37bdad49bf29bd97" providerId="LiveId" clId="{D3DF9AA7-87D4-4521-97A8-27884D41F730}" dt="2020-08-31T04:03:27.599" v="22254" actId="208"/>
          <ac:spMkLst>
            <pc:docMk/>
            <pc:sldMk cId="371556203" sldId="786"/>
            <ac:spMk id="11" creationId="{80E5648B-F50A-4C07-B912-E45E9FC42D18}"/>
          </ac:spMkLst>
        </pc:spChg>
      </pc:sldChg>
      <pc:sldChg chg="addSp modSp add mod">
        <pc:chgData name="김 태환" userId="37bdad49bf29bd97" providerId="LiveId" clId="{D3DF9AA7-87D4-4521-97A8-27884D41F730}" dt="2020-08-31T07:04:04.539" v="25092"/>
        <pc:sldMkLst>
          <pc:docMk/>
          <pc:sldMk cId="4179789472" sldId="787"/>
        </pc:sldMkLst>
        <pc:spChg chg="mod">
          <ac:chgData name="김 태환" userId="37bdad49bf29bd97" providerId="LiveId" clId="{D3DF9AA7-87D4-4521-97A8-27884D41F730}" dt="2020-08-31T07:04:04.539" v="25092"/>
          <ac:spMkLst>
            <pc:docMk/>
            <pc:sldMk cId="4179789472" sldId="787"/>
            <ac:spMk id="5" creationId="{44D5E124-8D6E-4B60-8CE8-376A2672DABB}"/>
          </ac:spMkLst>
        </pc:spChg>
        <pc:spChg chg="add mod">
          <ac:chgData name="김 태환" userId="37bdad49bf29bd97" providerId="LiveId" clId="{D3DF9AA7-87D4-4521-97A8-27884D41F730}" dt="2020-08-31T05:39:58.685" v="24148" actId="20577"/>
          <ac:spMkLst>
            <pc:docMk/>
            <pc:sldMk cId="4179789472" sldId="787"/>
            <ac:spMk id="6" creationId="{A960BD9C-21A1-40A1-B2F2-368B61E9F8E5}"/>
          </ac:spMkLst>
        </pc:spChg>
        <pc:spChg chg="mod">
          <ac:chgData name="김 태환" userId="37bdad49bf29bd97" providerId="LiveId" clId="{D3DF9AA7-87D4-4521-97A8-27884D41F730}" dt="2020-08-31T04:03:49.705" v="22257"/>
          <ac:spMkLst>
            <pc:docMk/>
            <pc:sldMk cId="4179789472" sldId="787"/>
            <ac:spMk id="7" creationId="{00000000-0000-0000-0000-000000000000}"/>
          </ac:spMkLst>
        </pc:spChg>
        <pc:spChg chg="mod">
          <ac:chgData name="김 태환" userId="37bdad49bf29bd97" providerId="LiveId" clId="{D3DF9AA7-87D4-4521-97A8-27884D41F730}" dt="2020-08-31T04:03:22.466" v="22253" actId="208"/>
          <ac:spMkLst>
            <pc:docMk/>
            <pc:sldMk cId="4179789472" sldId="787"/>
            <ac:spMk id="11" creationId="{80E5648B-F50A-4C07-B912-E45E9FC42D18}"/>
          </ac:spMkLst>
        </pc:spChg>
      </pc:sldChg>
      <pc:sldChg chg="addSp modSp add mod">
        <pc:chgData name="김 태환" userId="37bdad49bf29bd97" providerId="LiveId" clId="{D3DF9AA7-87D4-4521-97A8-27884D41F730}" dt="2020-08-31T07:49:08.393" v="25537" actId="5793"/>
        <pc:sldMkLst>
          <pc:docMk/>
          <pc:sldMk cId="1993826757" sldId="788"/>
        </pc:sldMkLst>
        <pc:spChg chg="mod">
          <ac:chgData name="김 태환" userId="37bdad49bf29bd97" providerId="LiveId" clId="{D3DF9AA7-87D4-4521-97A8-27884D41F730}" dt="2020-08-31T07:04:01.506" v="25091"/>
          <ac:spMkLst>
            <pc:docMk/>
            <pc:sldMk cId="1993826757" sldId="788"/>
            <ac:spMk id="5" creationId="{44D5E124-8D6E-4B60-8CE8-376A2672DABB}"/>
          </ac:spMkLst>
        </pc:spChg>
        <pc:spChg chg="add mod">
          <ac:chgData name="김 태환" userId="37bdad49bf29bd97" providerId="LiveId" clId="{D3DF9AA7-87D4-4521-97A8-27884D41F730}" dt="2020-08-31T07:49:08.393" v="25537" actId="5793"/>
          <ac:spMkLst>
            <pc:docMk/>
            <pc:sldMk cId="1993826757" sldId="788"/>
            <ac:spMk id="6" creationId="{D01885F1-B43C-4EAB-A993-5073BF14B328}"/>
          </ac:spMkLst>
        </pc:spChg>
        <pc:spChg chg="mod">
          <ac:chgData name="김 태환" userId="37bdad49bf29bd97" providerId="LiveId" clId="{D3DF9AA7-87D4-4521-97A8-27884D41F730}" dt="2020-08-31T04:10:38.240" v="22311"/>
          <ac:spMkLst>
            <pc:docMk/>
            <pc:sldMk cId="1993826757" sldId="788"/>
            <ac:spMk id="7" creationId="{00000000-0000-0000-0000-000000000000}"/>
          </ac:spMkLst>
        </pc:spChg>
        <pc:spChg chg="mod">
          <ac:chgData name="김 태환" userId="37bdad49bf29bd97" providerId="LiveId" clId="{D3DF9AA7-87D4-4521-97A8-27884D41F730}" dt="2020-08-31T04:12:23.017" v="22364" actId="208"/>
          <ac:spMkLst>
            <pc:docMk/>
            <pc:sldMk cId="1993826757" sldId="788"/>
            <ac:spMk id="11" creationId="{80E5648B-F50A-4C07-B912-E45E9FC42D18}"/>
          </ac:spMkLst>
        </pc:spChg>
        <pc:picChg chg="mod">
          <ac:chgData name="김 태환" userId="37bdad49bf29bd97" providerId="LiveId" clId="{D3DF9AA7-87D4-4521-97A8-27884D41F730}" dt="2020-08-31T04:07:01.604" v="22281" actId="1076"/>
          <ac:picMkLst>
            <pc:docMk/>
            <pc:sldMk cId="1993826757" sldId="788"/>
            <ac:picMk id="2" creationId="{6052CEB4-B3D6-4AFF-A4E5-296A1FCD8FEF}"/>
          </ac:picMkLst>
        </pc:picChg>
      </pc:sldChg>
      <pc:sldChg chg="addSp modSp add mod">
        <pc:chgData name="김 태환" userId="37bdad49bf29bd97" providerId="LiveId" clId="{D3DF9AA7-87D4-4521-97A8-27884D41F730}" dt="2020-08-31T07:48:58.497" v="25523" actId="5793"/>
        <pc:sldMkLst>
          <pc:docMk/>
          <pc:sldMk cId="2549711779" sldId="789"/>
        </pc:sldMkLst>
        <pc:spChg chg="mod">
          <ac:chgData name="김 태환" userId="37bdad49bf29bd97" providerId="LiveId" clId="{D3DF9AA7-87D4-4521-97A8-27884D41F730}" dt="2020-08-31T07:03:58.267" v="25090"/>
          <ac:spMkLst>
            <pc:docMk/>
            <pc:sldMk cId="2549711779" sldId="789"/>
            <ac:spMk id="5" creationId="{44D5E124-8D6E-4B60-8CE8-376A2672DABB}"/>
          </ac:spMkLst>
        </pc:spChg>
        <pc:spChg chg="add mod">
          <ac:chgData name="김 태환" userId="37bdad49bf29bd97" providerId="LiveId" clId="{D3DF9AA7-87D4-4521-97A8-27884D41F730}" dt="2020-08-31T07:48:58.497" v="25523" actId="5793"/>
          <ac:spMkLst>
            <pc:docMk/>
            <pc:sldMk cId="2549711779" sldId="789"/>
            <ac:spMk id="6" creationId="{AAAA17B6-7C87-4C04-B473-EB86C965A005}"/>
          </ac:spMkLst>
        </pc:spChg>
        <pc:spChg chg="mod">
          <ac:chgData name="김 태환" userId="37bdad49bf29bd97" providerId="LiveId" clId="{D3DF9AA7-87D4-4521-97A8-27884D41F730}" dt="2020-08-31T04:38:35.265" v="23573"/>
          <ac:spMkLst>
            <pc:docMk/>
            <pc:sldMk cId="2549711779" sldId="789"/>
            <ac:spMk id="7" creationId="{00000000-0000-0000-0000-000000000000}"/>
          </ac:spMkLst>
        </pc:spChg>
        <pc:spChg chg="mod">
          <ac:chgData name="김 태환" userId="37bdad49bf29bd97" providerId="LiveId" clId="{D3DF9AA7-87D4-4521-97A8-27884D41F730}" dt="2020-08-31T04:32:08.209" v="23233" actId="208"/>
          <ac:spMkLst>
            <pc:docMk/>
            <pc:sldMk cId="2549711779" sldId="789"/>
            <ac:spMk id="11" creationId="{80E5648B-F50A-4C07-B912-E45E9FC42D18}"/>
          </ac:spMkLst>
        </pc:spChg>
      </pc:sldChg>
      <pc:sldChg chg="addSp modSp add mod">
        <pc:chgData name="김 태환" userId="37bdad49bf29bd97" providerId="LiveId" clId="{D3DF9AA7-87D4-4521-97A8-27884D41F730}" dt="2020-08-31T07:44:09.048" v="25498" actId="5793"/>
        <pc:sldMkLst>
          <pc:docMk/>
          <pc:sldMk cId="3142910934" sldId="790"/>
        </pc:sldMkLst>
        <pc:spChg chg="mod">
          <ac:chgData name="김 태환" userId="37bdad49bf29bd97" providerId="LiveId" clId="{D3DF9AA7-87D4-4521-97A8-27884D41F730}" dt="2020-08-31T07:03:54.858" v="25089"/>
          <ac:spMkLst>
            <pc:docMk/>
            <pc:sldMk cId="3142910934" sldId="790"/>
            <ac:spMk id="5" creationId="{44D5E124-8D6E-4B60-8CE8-376A2672DABB}"/>
          </ac:spMkLst>
        </pc:spChg>
        <pc:spChg chg="add mod">
          <ac:chgData name="김 태환" userId="37bdad49bf29bd97" providerId="LiveId" clId="{D3DF9AA7-87D4-4521-97A8-27884D41F730}" dt="2020-08-31T07:44:09.048" v="25498" actId="5793"/>
          <ac:spMkLst>
            <pc:docMk/>
            <pc:sldMk cId="3142910934" sldId="790"/>
            <ac:spMk id="6" creationId="{1A439E05-63E7-43FC-A7E9-22B0CAB54A27}"/>
          </ac:spMkLst>
        </pc:spChg>
        <pc:spChg chg="mod">
          <ac:chgData name="김 태환" userId="37bdad49bf29bd97" providerId="LiveId" clId="{D3DF9AA7-87D4-4521-97A8-27884D41F730}" dt="2020-08-31T04:38:28.282" v="23572"/>
          <ac:spMkLst>
            <pc:docMk/>
            <pc:sldMk cId="3142910934" sldId="790"/>
            <ac:spMk id="7" creationId="{00000000-0000-0000-0000-000000000000}"/>
          </ac:spMkLst>
        </pc:spChg>
        <pc:spChg chg="mod">
          <ac:chgData name="김 태환" userId="37bdad49bf29bd97" providerId="LiveId" clId="{D3DF9AA7-87D4-4521-97A8-27884D41F730}" dt="2020-08-31T04:32:49.520" v="23240" actId="14100"/>
          <ac:spMkLst>
            <pc:docMk/>
            <pc:sldMk cId="3142910934" sldId="790"/>
            <ac:spMk id="11" creationId="{80E5648B-F50A-4C07-B912-E45E9FC42D18}"/>
          </ac:spMkLst>
        </pc:spChg>
        <pc:picChg chg="mod">
          <ac:chgData name="김 태환" userId="37bdad49bf29bd97" providerId="LiveId" clId="{D3DF9AA7-87D4-4521-97A8-27884D41F730}" dt="2020-08-31T04:32:33.582" v="23236" actId="1076"/>
          <ac:picMkLst>
            <pc:docMk/>
            <pc:sldMk cId="3142910934" sldId="790"/>
            <ac:picMk id="2" creationId="{6052CEB4-B3D6-4AFF-A4E5-296A1FCD8FEF}"/>
          </ac:picMkLst>
        </pc:picChg>
      </pc:sldChg>
      <pc:sldChg chg="addSp modSp add mod">
        <pc:chgData name="김 태환" userId="37bdad49bf29bd97" providerId="LiveId" clId="{D3DF9AA7-87D4-4521-97A8-27884D41F730}" dt="2020-08-31T07:44:02.857" v="25495" actId="5793"/>
        <pc:sldMkLst>
          <pc:docMk/>
          <pc:sldMk cId="2845771962" sldId="791"/>
        </pc:sldMkLst>
        <pc:spChg chg="mod">
          <ac:chgData name="김 태환" userId="37bdad49bf29bd97" providerId="LiveId" clId="{D3DF9AA7-87D4-4521-97A8-27884D41F730}" dt="2020-08-31T07:03:51.972" v="25088"/>
          <ac:spMkLst>
            <pc:docMk/>
            <pc:sldMk cId="2845771962" sldId="791"/>
            <ac:spMk id="5" creationId="{44D5E124-8D6E-4B60-8CE8-376A2672DABB}"/>
          </ac:spMkLst>
        </pc:spChg>
        <pc:spChg chg="add mod">
          <ac:chgData name="김 태환" userId="37bdad49bf29bd97" providerId="LiveId" clId="{D3DF9AA7-87D4-4521-97A8-27884D41F730}" dt="2020-08-31T07:44:02.857" v="25495" actId="5793"/>
          <ac:spMkLst>
            <pc:docMk/>
            <pc:sldMk cId="2845771962" sldId="791"/>
            <ac:spMk id="6" creationId="{2650BA22-87BD-4CA4-8665-3624B499A129}"/>
          </ac:spMkLst>
        </pc:spChg>
        <pc:spChg chg="mod">
          <ac:chgData name="김 태환" userId="37bdad49bf29bd97" providerId="LiveId" clId="{D3DF9AA7-87D4-4521-97A8-27884D41F730}" dt="2020-08-31T05:55:24.754" v="25009"/>
          <ac:spMkLst>
            <pc:docMk/>
            <pc:sldMk cId="2845771962" sldId="791"/>
            <ac:spMk id="7" creationId="{00000000-0000-0000-0000-000000000000}"/>
          </ac:spMkLst>
        </pc:spChg>
        <pc:spChg chg="mod">
          <ac:chgData name="김 태환" userId="37bdad49bf29bd97" providerId="LiveId" clId="{D3DF9AA7-87D4-4521-97A8-27884D41F730}" dt="2020-08-31T04:35:56.179" v="23570" actId="208"/>
          <ac:spMkLst>
            <pc:docMk/>
            <pc:sldMk cId="2845771962" sldId="791"/>
            <ac:spMk id="11" creationId="{80E5648B-F50A-4C07-B912-E45E9FC42D18}"/>
          </ac:spMkLst>
        </pc:spChg>
      </pc:sldChg>
      <pc:sldChg chg="addSp delSp modSp add mod">
        <pc:chgData name="김 태환" userId="37bdad49bf29bd97" providerId="LiveId" clId="{D3DF9AA7-87D4-4521-97A8-27884D41F730}" dt="2020-08-31T07:23:16.352" v="25378" actId="5793"/>
        <pc:sldMkLst>
          <pc:docMk/>
          <pc:sldMk cId="598919948" sldId="792"/>
        </pc:sldMkLst>
        <pc:spChg chg="mod">
          <ac:chgData name="김 태환" userId="37bdad49bf29bd97" providerId="LiveId" clId="{D3DF9AA7-87D4-4521-97A8-27884D41F730}" dt="2020-08-31T07:03:48.155" v="25087"/>
          <ac:spMkLst>
            <pc:docMk/>
            <pc:sldMk cId="598919948" sldId="792"/>
            <ac:spMk id="5" creationId="{44D5E124-8D6E-4B60-8CE8-376A2672DABB}"/>
          </ac:spMkLst>
        </pc:spChg>
        <pc:spChg chg="mod">
          <ac:chgData name="김 태환" userId="37bdad49bf29bd97" providerId="LiveId" clId="{D3DF9AA7-87D4-4521-97A8-27884D41F730}" dt="2020-08-31T05:41:54.761" v="24154"/>
          <ac:spMkLst>
            <pc:docMk/>
            <pc:sldMk cId="598919948" sldId="792"/>
            <ac:spMk id="7" creationId="{00000000-0000-0000-0000-000000000000}"/>
          </ac:spMkLst>
        </pc:spChg>
        <pc:spChg chg="add mod">
          <ac:chgData name="김 태환" userId="37bdad49bf29bd97" providerId="LiveId" clId="{D3DF9AA7-87D4-4521-97A8-27884D41F730}" dt="2020-08-31T07:23:16.352" v="25378" actId="5793"/>
          <ac:spMkLst>
            <pc:docMk/>
            <pc:sldMk cId="598919948" sldId="792"/>
            <ac:spMk id="9" creationId="{D279FE5C-3614-4864-B138-0BA9C6A6FD11}"/>
          </ac:spMkLst>
        </pc:spChg>
        <pc:spChg chg="mod">
          <ac:chgData name="김 태환" userId="37bdad49bf29bd97" providerId="LiveId" clId="{D3DF9AA7-87D4-4521-97A8-27884D41F730}" dt="2020-08-31T07:23:02.715" v="25374" actId="14100"/>
          <ac:spMkLst>
            <pc:docMk/>
            <pc:sldMk cId="598919948" sldId="792"/>
            <ac:spMk id="11" creationId="{80E5648B-F50A-4C07-B912-E45E9FC42D18}"/>
          </ac:spMkLst>
        </pc:spChg>
        <pc:picChg chg="del mod">
          <ac:chgData name="김 태환" userId="37bdad49bf29bd97" providerId="LiveId" clId="{D3DF9AA7-87D4-4521-97A8-27884D41F730}" dt="2020-08-31T05:16:53.835" v="23592" actId="478"/>
          <ac:picMkLst>
            <pc:docMk/>
            <pc:sldMk cId="598919948" sldId="792"/>
            <ac:picMk id="2" creationId="{6052CEB4-B3D6-4AFF-A4E5-296A1FCD8FEF}"/>
          </ac:picMkLst>
        </pc:picChg>
        <pc:picChg chg="add mod ord">
          <ac:chgData name="김 태환" userId="37bdad49bf29bd97" providerId="LiveId" clId="{D3DF9AA7-87D4-4521-97A8-27884D41F730}" dt="2020-08-31T05:17:34.703" v="23602" actId="167"/>
          <ac:picMkLst>
            <pc:docMk/>
            <pc:sldMk cId="598919948" sldId="792"/>
            <ac:picMk id="6" creationId="{EC927D94-2DB6-42FF-AD99-5608402A9BE4}"/>
          </ac:picMkLst>
        </pc:picChg>
      </pc:sldChg>
      <pc:sldChg chg="addSp delSp modSp add mod">
        <pc:chgData name="김 태환" userId="37bdad49bf29bd97" providerId="LiveId" clId="{D3DF9AA7-87D4-4521-97A8-27884D41F730}" dt="2020-08-31T07:23:34.130" v="25383" actId="207"/>
        <pc:sldMkLst>
          <pc:docMk/>
          <pc:sldMk cId="2299198345" sldId="793"/>
        </pc:sldMkLst>
        <pc:spChg chg="mod">
          <ac:chgData name="김 태환" userId="37bdad49bf29bd97" providerId="LiveId" clId="{D3DF9AA7-87D4-4521-97A8-27884D41F730}" dt="2020-08-31T07:00:43.066" v="25086"/>
          <ac:spMkLst>
            <pc:docMk/>
            <pc:sldMk cId="2299198345" sldId="793"/>
            <ac:spMk id="5" creationId="{44D5E124-8D6E-4B60-8CE8-376A2672DABB}"/>
          </ac:spMkLst>
        </pc:spChg>
        <pc:spChg chg="add del">
          <ac:chgData name="김 태환" userId="37bdad49bf29bd97" providerId="LiveId" clId="{D3DF9AA7-87D4-4521-97A8-27884D41F730}" dt="2020-08-31T04:42:04.676" v="23581" actId="22"/>
          <ac:spMkLst>
            <pc:docMk/>
            <pc:sldMk cId="2299198345" sldId="793"/>
            <ac:spMk id="6" creationId="{5706D8CB-A2C2-4E4D-BE1A-1A81EE5E0CE3}"/>
          </ac:spMkLst>
        </pc:spChg>
        <pc:spChg chg="mod">
          <ac:chgData name="김 태환" userId="37bdad49bf29bd97" providerId="LiveId" clId="{D3DF9AA7-87D4-4521-97A8-27884D41F730}" dt="2020-08-31T05:47:59.186" v="24459"/>
          <ac:spMkLst>
            <pc:docMk/>
            <pc:sldMk cId="2299198345" sldId="793"/>
            <ac:spMk id="7" creationId="{00000000-0000-0000-0000-000000000000}"/>
          </ac:spMkLst>
        </pc:spChg>
        <pc:spChg chg="mod">
          <ac:chgData name="김 태환" userId="37bdad49bf29bd97" providerId="LiveId" clId="{D3DF9AA7-87D4-4521-97A8-27884D41F730}" dt="2020-08-31T05:21:28.798" v="23608" actId="1076"/>
          <ac:spMkLst>
            <pc:docMk/>
            <pc:sldMk cId="2299198345" sldId="793"/>
            <ac:spMk id="11" creationId="{80E5648B-F50A-4C07-B912-E45E9FC42D18}"/>
          </ac:spMkLst>
        </pc:spChg>
        <pc:spChg chg="add mod">
          <ac:chgData name="김 태환" userId="37bdad49bf29bd97" providerId="LiveId" clId="{D3DF9AA7-87D4-4521-97A8-27884D41F730}" dt="2020-08-31T07:23:34.130" v="25383" actId="207"/>
          <ac:spMkLst>
            <pc:docMk/>
            <pc:sldMk cId="2299198345" sldId="793"/>
            <ac:spMk id="14" creationId="{94220A97-3B4D-40B7-84C4-C3D9D275D724}"/>
          </ac:spMkLst>
        </pc:spChg>
        <pc:picChg chg="del">
          <ac:chgData name="김 태환" userId="37bdad49bf29bd97" providerId="LiveId" clId="{D3DF9AA7-87D4-4521-97A8-27884D41F730}" dt="2020-08-31T05:16:55.882" v="23593" actId="478"/>
          <ac:picMkLst>
            <pc:docMk/>
            <pc:sldMk cId="2299198345" sldId="793"/>
            <ac:picMk id="2" creationId="{6052CEB4-B3D6-4AFF-A4E5-296A1FCD8FEF}"/>
          </ac:picMkLst>
        </pc:picChg>
        <pc:picChg chg="add ord">
          <ac:chgData name="김 태환" userId="37bdad49bf29bd97" providerId="LiveId" clId="{D3DF9AA7-87D4-4521-97A8-27884D41F730}" dt="2020-08-31T05:21:20.317" v="23606" actId="167"/>
          <ac:picMkLst>
            <pc:docMk/>
            <pc:sldMk cId="2299198345" sldId="793"/>
            <ac:picMk id="10" creationId="{A1F72D6F-8B51-4801-A248-343BA7A43AFD}"/>
          </ac:picMkLst>
        </pc:picChg>
      </pc:sldChg>
      <pc:sldChg chg="addSp delSp modSp add mod">
        <pc:chgData name="김 태환" userId="37bdad49bf29bd97" providerId="LiveId" clId="{D3DF9AA7-87D4-4521-97A8-27884D41F730}" dt="2020-08-31T07:48:42.763" v="25508" actId="5793"/>
        <pc:sldMkLst>
          <pc:docMk/>
          <pc:sldMk cId="2260770439" sldId="794"/>
        </pc:sldMkLst>
        <pc:spChg chg="mod">
          <ac:chgData name="김 태환" userId="37bdad49bf29bd97" providerId="LiveId" clId="{D3DF9AA7-87D4-4521-97A8-27884D41F730}" dt="2020-08-31T07:00:39.883" v="25085"/>
          <ac:spMkLst>
            <pc:docMk/>
            <pc:sldMk cId="2260770439" sldId="794"/>
            <ac:spMk id="5" creationId="{44D5E124-8D6E-4B60-8CE8-376A2672DABB}"/>
          </ac:spMkLst>
        </pc:spChg>
        <pc:spChg chg="mod">
          <ac:chgData name="김 태환" userId="37bdad49bf29bd97" providerId="LiveId" clId="{D3DF9AA7-87D4-4521-97A8-27884D41F730}" dt="2020-08-31T05:55:13.251" v="25006"/>
          <ac:spMkLst>
            <pc:docMk/>
            <pc:sldMk cId="2260770439" sldId="794"/>
            <ac:spMk id="7" creationId="{00000000-0000-0000-0000-000000000000}"/>
          </ac:spMkLst>
        </pc:spChg>
        <pc:spChg chg="add mod">
          <ac:chgData name="김 태환" userId="37bdad49bf29bd97" providerId="LiveId" clId="{D3DF9AA7-87D4-4521-97A8-27884D41F730}" dt="2020-08-31T07:48:42.763" v="25508" actId="5793"/>
          <ac:spMkLst>
            <pc:docMk/>
            <pc:sldMk cId="2260770439" sldId="794"/>
            <ac:spMk id="10" creationId="{F1A3D673-9842-4082-ABAA-441E29555465}"/>
          </ac:spMkLst>
        </pc:spChg>
        <pc:spChg chg="mod">
          <ac:chgData name="김 태환" userId="37bdad49bf29bd97" providerId="LiveId" clId="{D3DF9AA7-87D4-4521-97A8-27884D41F730}" dt="2020-08-31T05:24:44.203" v="23611" actId="1076"/>
          <ac:spMkLst>
            <pc:docMk/>
            <pc:sldMk cId="2260770439" sldId="794"/>
            <ac:spMk id="11" creationId="{80E5648B-F50A-4C07-B912-E45E9FC42D18}"/>
          </ac:spMkLst>
        </pc:spChg>
        <pc:picChg chg="del">
          <ac:chgData name="김 태환" userId="37bdad49bf29bd97" providerId="LiveId" clId="{D3DF9AA7-87D4-4521-97A8-27884D41F730}" dt="2020-08-31T05:16:56.754" v="23594" actId="478"/>
          <ac:picMkLst>
            <pc:docMk/>
            <pc:sldMk cId="2260770439" sldId="794"/>
            <ac:picMk id="2" creationId="{6052CEB4-B3D6-4AFF-A4E5-296A1FCD8FEF}"/>
          </ac:picMkLst>
        </pc:picChg>
        <pc:picChg chg="add ord">
          <ac:chgData name="김 태환" userId="37bdad49bf29bd97" providerId="LiveId" clId="{D3DF9AA7-87D4-4521-97A8-27884D41F730}" dt="2020-08-31T05:24:40.835" v="23610" actId="167"/>
          <ac:picMkLst>
            <pc:docMk/>
            <pc:sldMk cId="2260770439" sldId="794"/>
            <ac:picMk id="6" creationId="{BD5E0614-7269-4199-B666-D105985FC385}"/>
          </ac:picMkLst>
        </pc:picChg>
      </pc:sldChg>
      <pc:sldChg chg="addSp delSp modSp add mod">
        <pc:chgData name="김 태환" userId="37bdad49bf29bd97" providerId="LiveId" clId="{D3DF9AA7-87D4-4521-97A8-27884D41F730}" dt="2020-08-31T07:48:47.880" v="25514" actId="5793"/>
        <pc:sldMkLst>
          <pc:docMk/>
          <pc:sldMk cId="4217139943" sldId="795"/>
        </pc:sldMkLst>
        <pc:spChg chg="mod">
          <ac:chgData name="김 태환" userId="37bdad49bf29bd97" providerId="LiveId" clId="{D3DF9AA7-87D4-4521-97A8-27884D41F730}" dt="2020-08-31T07:00:33.510" v="25084"/>
          <ac:spMkLst>
            <pc:docMk/>
            <pc:sldMk cId="4217139943" sldId="795"/>
            <ac:spMk id="5" creationId="{44D5E124-8D6E-4B60-8CE8-376A2672DABB}"/>
          </ac:spMkLst>
        </pc:spChg>
        <pc:spChg chg="mod">
          <ac:chgData name="김 태환" userId="37bdad49bf29bd97" providerId="LiveId" clId="{D3DF9AA7-87D4-4521-97A8-27884D41F730}" dt="2020-08-31T05:55:05.171" v="25005"/>
          <ac:spMkLst>
            <pc:docMk/>
            <pc:sldMk cId="4217139943" sldId="795"/>
            <ac:spMk id="7" creationId="{00000000-0000-0000-0000-000000000000}"/>
          </ac:spMkLst>
        </pc:spChg>
        <pc:spChg chg="mod">
          <ac:chgData name="김 태환" userId="37bdad49bf29bd97" providerId="LiveId" clId="{D3DF9AA7-87D4-4521-97A8-27884D41F730}" dt="2020-08-31T05:24:50.139" v="23614" actId="1076"/>
          <ac:spMkLst>
            <pc:docMk/>
            <pc:sldMk cId="4217139943" sldId="795"/>
            <ac:spMk id="11" creationId="{80E5648B-F50A-4C07-B912-E45E9FC42D18}"/>
          </ac:spMkLst>
        </pc:spChg>
        <pc:spChg chg="add del">
          <ac:chgData name="김 태환" userId="37bdad49bf29bd97" providerId="LiveId" clId="{D3DF9AA7-87D4-4521-97A8-27884D41F730}" dt="2020-08-31T05:54:22.280" v="24934" actId="478"/>
          <ac:spMkLst>
            <pc:docMk/>
            <pc:sldMk cId="4217139943" sldId="795"/>
            <ac:spMk id="13" creationId="{C52BD530-451E-4C99-83F7-676A824A0D71}"/>
          </ac:spMkLst>
        </pc:spChg>
        <pc:spChg chg="add mod">
          <ac:chgData name="김 태환" userId="37bdad49bf29bd97" providerId="LiveId" clId="{D3DF9AA7-87D4-4521-97A8-27884D41F730}" dt="2020-08-31T07:48:47.880" v="25514" actId="5793"/>
          <ac:spMkLst>
            <pc:docMk/>
            <pc:sldMk cId="4217139943" sldId="795"/>
            <ac:spMk id="15" creationId="{B48AF403-3B82-4F9C-BCAB-3B3FAB9316C6}"/>
          </ac:spMkLst>
        </pc:spChg>
        <pc:picChg chg="del">
          <ac:chgData name="김 태환" userId="37bdad49bf29bd97" providerId="LiveId" clId="{D3DF9AA7-87D4-4521-97A8-27884D41F730}" dt="2020-08-31T05:16:57.635" v="23595" actId="478"/>
          <ac:picMkLst>
            <pc:docMk/>
            <pc:sldMk cId="4217139943" sldId="795"/>
            <ac:picMk id="2" creationId="{6052CEB4-B3D6-4AFF-A4E5-296A1FCD8FEF}"/>
          </ac:picMkLst>
        </pc:picChg>
        <pc:picChg chg="add del mod">
          <ac:chgData name="김 태환" userId="37bdad49bf29bd97" providerId="LiveId" clId="{D3DF9AA7-87D4-4521-97A8-27884D41F730}" dt="2020-08-31T05:17:19.958" v="23597"/>
          <ac:picMkLst>
            <pc:docMk/>
            <pc:sldMk cId="4217139943" sldId="795"/>
            <ac:picMk id="6" creationId="{C9080F4B-3FEF-47EA-B81A-B168C8AEA1F0}"/>
          </ac:picMkLst>
        </pc:picChg>
        <pc:picChg chg="add ord">
          <ac:chgData name="김 태환" userId="37bdad49bf29bd97" providerId="LiveId" clId="{D3DF9AA7-87D4-4521-97A8-27884D41F730}" dt="2020-08-31T05:24:47.394" v="23613" actId="167"/>
          <ac:picMkLst>
            <pc:docMk/>
            <pc:sldMk cId="4217139943" sldId="795"/>
            <ac:picMk id="9" creationId="{BC4737E9-4D0D-44D4-84C6-60F58F9CD52D}"/>
          </ac:picMkLst>
        </pc:picChg>
      </pc:sldChg>
      <pc:sldChg chg="addSp delSp modSp add mod">
        <pc:chgData name="김 태환" userId="37bdad49bf29bd97" providerId="LiveId" clId="{D3DF9AA7-87D4-4521-97A8-27884D41F730}" dt="2020-08-31T08:03:52.264" v="25931" actId="20577"/>
        <pc:sldMkLst>
          <pc:docMk/>
          <pc:sldMk cId="289257874" sldId="796"/>
        </pc:sldMkLst>
        <pc:spChg chg="mod">
          <ac:chgData name="김 태환" userId="37bdad49bf29bd97" providerId="LiveId" clId="{D3DF9AA7-87D4-4521-97A8-27884D41F730}" dt="2020-08-31T08:03:52.264" v="25931" actId="20577"/>
          <ac:spMkLst>
            <pc:docMk/>
            <pc:sldMk cId="289257874" sldId="796"/>
            <ac:spMk id="5" creationId="{44D5E124-8D6E-4B60-8CE8-376A2672DABB}"/>
          </ac:spMkLst>
        </pc:spChg>
        <pc:spChg chg="add del mod">
          <ac:chgData name="김 태환" userId="37bdad49bf29bd97" providerId="LiveId" clId="{D3DF9AA7-87D4-4521-97A8-27884D41F730}" dt="2020-08-31T07:15:24.798" v="25118" actId="478"/>
          <ac:spMkLst>
            <pc:docMk/>
            <pc:sldMk cId="289257874" sldId="796"/>
            <ac:spMk id="9" creationId="{7CB7CF9F-E486-4936-A133-8AFED33F2991}"/>
          </ac:spMkLst>
        </pc:spChg>
        <pc:spChg chg="add del mod">
          <ac:chgData name="김 태환" userId="37bdad49bf29bd97" providerId="LiveId" clId="{D3DF9AA7-87D4-4521-97A8-27884D41F730}" dt="2020-08-31T07:15:24.798" v="25118" actId="478"/>
          <ac:spMkLst>
            <pc:docMk/>
            <pc:sldMk cId="289257874" sldId="796"/>
            <ac:spMk id="10" creationId="{F57DA898-DD2E-46F8-B861-62E812208E66}"/>
          </ac:spMkLst>
        </pc:spChg>
        <pc:spChg chg="add del mod">
          <ac:chgData name="김 태환" userId="37bdad49bf29bd97" providerId="LiveId" clId="{D3DF9AA7-87D4-4521-97A8-27884D41F730}" dt="2020-08-31T07:14:16.038" v="25112" actId="478"/>
          <ac:spMkLst>
            <pc:docMk/>
            <pc:sldMk cId="289257874" sldId="796"/>
            <ac:spMk id="12" creationId="{45150E0D-20B6-4ED1-A53B-E8293E95B083}"/>
          </ac:spMkLst>
        </pc:spChg>
        <pc:spChg chg="add mod">
          <ac:chgData name="김 태환" userId="37bdad49bf29bd97" providerId="LiveId" clId="{D3DF9AA7-87D4-4521-97A8-27884D41F730}" dt="2020-08-31T07:54:11.463" v="25709" actId="1076"/>
          <ac:spMkLst>
            <pc:docMk/>
            <pc:sldMk cId="289257874" sldId="796"/>
            <ac:spMk id="13" creationId="{05D8A69D-AF67-4736-A99D-3407C5BDD881}"/>
          </ac:spMkLst>
        </pc:spChg>
        <pc:spChg chg="add mod">
          <ac:chgData name="김 태환" userId="37bdad49bf29bd97" providerId="LiveId" clId="{D3DF9AA7-87D4-4521-97A8-27884D41F730}" dt="2020-08-31T07:54:11.463" v="25709" actId="1076"/>
          <ac:spMkLst>
            <pc:docMk/>
            <pc:sldMk cId="289257874" sldId="796"/>
            <ac:spMk id="14" creationId="{3A4581CB-2D08-4177-A0E9-66A5C76D9F66}"/>
          </ac:spMkLst>
        </pc:spChg>
        <pc:spChg chg="add mod">
          <ac:chgData name="김 태환" userId="37bdad49bf29bd97" providerId="LiveId" clId="{D3DF9AA7-87D4-4521-97A8-27884D41F730}" dt="2020-08-31T07:54:16.942" v="25712" actId="1076"/>
          <ac:spMkLst>
            <pc:docMk/>
            <pc:sldMk cId="289257874" sldId="796"/>
            <ac:spMk id="17" creationId="{5F61F813-5021-4D49-9B50-A095F713FB6C}"/>
          </ac:spMkLst>
        </pc:spChg>
        <pc:spChg chg="add mod">
          <ac:chgData name="김 태환" userId="37bdad49bf29bd97" providerId="LiveId" clId="{D3DF9AA7-87D4-4521-97A8-27884D41F730}" dt="2020-08-31T07:55:11.781" v="25785" actId="14100"/>
          <ac:spMkLst>
            <pc:docMk/>
            <pc:sldMk cId="289257874" sldId="796"/>
            <ac:spMk id="22" creationId="{3B448AE3-76ED-46A8-BF0A-F7284704F15E}"/>
          </ac:spMkLst>
        </pc:spChg>
        <pc:spChg chg="add mod">
          <ac:chgData name="김 태환" userId="37bdad49bf29bd97" providerId="LiveId" clId="{D3DF9AA7-87D4-4521-97A8-27884D41F730}" dt="2020-08-31T07:56:05.412" v="25884" actId="14100"/>
          <ac:spMkLst>
            <pc:docMk/>
            <pc:sldMk cId="289257874" sldId="796"/>
            <ac:spMk id="27" creationId="{67F58629-5CAD-4D3D-9EFE-F5A791DAE6BB}"/>
          </ac:spMkLst>
        </pc:spChg>
        <pc:picChg chg="add mod">
          <ac:chgData name="김 태환" userId="37bdad49bf29bd97" providerId="LiveId" clId="{D3DF9AA7-87D4-4521-97A8-27884D41F730}" dt="2020-08-31T07:54:11.463" v="25709" actId="1076"/>
          <ac:picMkLst>
            <pc:docMk/>
            <pc:sldMk cId="289257874" sldId="796"/>
            <ac:picMk id="2" creationId="{2647D82A-1608-49A4-86AE-AD7439064B01}"/>
          </ac:picMkLst>
        </pc:picChg>
        <pc:picChg chg="add mod">
          <ac:chgData name="김 태환" userId="37bdad49bf29bd97" providerId="LiveId" clId="{D3DF9AA7-87D4-4521-97A8-27884D41F730}" dt="2020-08-31T07:54:16.942" v="25712" actId="1076"/>
          <ac:picMkLst>
            <pc:docMk/>
            <pc:sldMk cId="289257874" sldId="796"/>
            <ac:picMk id="15" creationId="{42E4AB96-3066-4861-A3C4-A9D356640ED3}"/>
          </ac:picMkLst>
        </pc:picChg>
        <pc:cxnChg chg="add del mod">
          <ac:chgData name="김 태환" userId="37bdad49bf29bd97" providerId="LiveId" clId="{D3DF9AA7-87D4-4521-97A8-27884D41F730}" dt="2020-08-31T07:14:16.701" v="25113" actId="478"/>
          <ac:cxnSpMkLst>
            <pc:docMk/>
            <pc:sldMk cId="289257874" sldId="796"/>
            <ac:cxnSpMk id="11" creationId="{371070A5-7169-47DD-ACD7-A81DE27C3738}"/>
          </ac:cxnSpMkLst>
        </pc:cxnChg>
        <pc:cxnChg chg="add mod">
          <ac:chgData name="김 태환" userId="37bdad49bf29bd97" providerId="LiveId" clId="{D3DF9AA7-87D4-4521-97A8-27884D41F730}" dt="2020-08-31T07:55:11.781" v="25785" actId="14100"/>
          <ac:cxnSpMkLst>
            <pc:docMk/>
            <pc:sldMk cId="289257874" sldId="796"/>
            <ac:cxnSpMk id="18" creationId="{1AAEC7F6-1957-4BC2-9654-84703C5793F0}"/>
          </ac:cxnSpMkLst>
        </pc:cxnChg>
        <pc:cxnChg chg="add mod">
          <ac:chgData name="김 태환" userId="37bdad49bf29bd97" providerId="LiveId" clId="{D3DF9AA7-87D4-4521-97A8-27884D41F730}" dt="2020-08-31T07:56:05.412" v="25884" actId="14100"/>
          <ac:cxnSpMkLst>
            <pc:docMk/>
            <pc:sldMk cId="289257874" sldId="796"/>
            <ac:cxnSpMk id="26" creationId="{1512AA97-595C-4278-A8DA-CC2645EBAFD6}"/>
          </ac:cxnSpMkLst>
        </pc:cxnChg>
        <pc:cxnChg chg="add mod">
          <ac:chgData name="김 태환" userId="37bdad49bf29bd97" providerId="LiveId" clId="{D3DF9AA7-87D4-4521-97A8-27884D41F730}" dt="2020-08-31T07:56:05.412" v="25884" actId="14100"/>
          <ac:cxnSpMkLst>
            <pc:docMk/>
            <pc:sldMk cId="289257874" sldId="796"/>
            <ac:cxnSpMk id="30" creationId="{1A7A5FCC-5743-453F-8D06-363AD3E12EF2}"/>
          </ac:cxnSpMkLst>
        </pc:cxnChg>
      </pc:sldChg>
      <pc:sldChg chg="delSp modSp add del mod">
        <pc:chgData name="김 태환" userId="37bdad49bf29bd97" providerId="LiveId" clId="{D3DF9AA7-87D4-4521-97A8-27884D41F730}" dt="2020-08-31T07:04:29.680" v="25097" actId="2696"/>
        <pc:sldMkLst>
          <pc:docMk/>
          <pc:sldMk cId="768065304" sldId="796"/>
        </pc:sldMkLst>
        <pc:spChg chg="mod">
          <ac:chgData name="김 태환" userId="37bdad49bf29bd97" providerId="LiveId" clId="{D3DF9AA7-87D4-4521-97A8-27884D41F730}" dt="2020-08-31T07:00:26.797" v="25075"/>
          <ac:spMkLst>
            <pc:docMk/>
            <pc:sldMk cId="768065304" sldId="796"/>
            <ac:spMk id="5" creationId="{44D5E124-8D6E-4B60-8CE8-376A2672DABB}"/>
          </ac:spMkLst>
        </pc:spChg>
        <pc:spChg chg="mod">
          <ac:chgData name="김 태환" userId="37bdad49bf29bd97" providerId="LiveId" clId="{D3DF9AA7-87D4-4521-97A8-27884D41F730}" dt="2020-08-31T07:00:28.968" v="25078" actId="20577"/>
          <ac:spMkLst>
            <pc:docMk/>
            <pc:sldMk cId="768065304" sldId="796"/>
            <ac:spMk id="7" creationId="{00000000-0000-0000-0000-000000000000}"/>
          </ac:spMkLst>
        </pc:spChg>
        <pc:spChg chg="del">
          <ac:chgData name="김 태환" userId="37bdad49bf29bd97" providerId="LiveId" clId="{D3DF9AA7-87D4-4521-97A8-27884D41F730}" dt="2020-08-31T07:00:08.758" v="25013" actId="478"/>
          <ac:spMkLst>
            <pc:docMk/>
            <pc:sldMk cId="768065304" sldId="796"/>
            <ac:spMk id="11" creationId="{80E5648B-F50A-4C07-B912-E45E9FC42D18}"/>
          </ac:spMkLst>
        </pc:spChg>
        <pc:spChg chg="del">
          <ac:chgData name="김 태환" userId="37bdad49bf29bd97" providerId="LiveId" clId="{D3DF9AA7-87D4-4521-97A8-27884D41F730}" dt="2020-08-31T07:00:07.295" v="25012" actId="478"/>
          <ac:spMkLst>
            <pc:docMk/>
            <pc:sldMk cId="768065304" sldId="796"/>
            <ac:spMk id="15" creationId="{B48AF403-3B82-4F9C-BCAB-3B3FAB9316C6}"/>
          </ac:spMkLst>
        </pc:spChg>
        <pc:picChg chg="del">
          <ac:chgData name="김 태환" userId="37bdad49bf29bd97" providerId="LiveId" clId="{D3DF9AA7-87D4-4521-97A8-27884D41F730}" dt="2020-08-31T07:00:04.776" v="25011" actId="478"/>
          <ac:picMkLst>
            <pc:docMk/>
            <pc:sldMk cId="768065304" sldId="796"/>
            <ac:picMk id="9" creationId="{BC4737E9-4D0D-44D4-84C6-60F58F9CD52D}"/>
          </ac:picMkLst>
        </pc:picChg>
      </pc:sldChg>
      <pc:sldChg chg="addSp delSp modSp add mod">
        <pc:chgData name="김 태환" userId="37bdad49bf29bd97" providerId="LiveId" clId="{D3DF9AA7-87D4-4521-97A8-27884D41F730}" dt="2020-08-31T08:03:46.632" v="25925" actId="20577"/>
        <pc:sldMkLst>
          <pc:docMk/>
          <pc:sldMk cId="2336649455" sldId="797"/>
        </pc:sldMkLst>
        <pc:spChg chg="mod">
          <ac:chgData name="김 태환" userId="37bdad49bf29bd97" providerId="LiveId" clId="{D3DF9AA7-87D4-4521-97A8-27884D41F730}" dt="2020-08-31T08:03:46.632" v="25925" actId="20577"/>
          <ac:spMkLst>
            <pc:docMk/>
            <pc:sldMk cId="2336649455" sldId="797"/>
            <ac:spMk id="5" creationId="{44D5E124-8D6E-4B60-8CE8-376A2672DABB}"/>
          </ac:spMkLst>
        </pc:spChg>
        <pc:spChg chg="del">
          <ac:chgData name="김 태환" userId="37bdad49bf29bd97" providerId="LiveId" clId="{D3DF9AA7-87D4-4521-97A8-27884D41F730}" dt="2020-08-31T08:00:01.880" v="25886" actId="478"/>
          <ac:spMkLst>
            <pc:docMk/>
            <pc:sldMk cId="2336649455" sldId="797"/>
            <ac:spMk id="13" creationId="{05D8A69D-AF67-4736-A99D-3407C5BDD881}"/>
          </ac:spMkLst>
        </pc:spChg>
        <pc:spChg chg="del">
          <ac:chgData name="김 태환" userId="37bdad49bf29bd97" providerId="LiveId" clId="{D3DF9AA7-87D4-4521-97A8-27884D41F730}" dt="2020-08-31T08:00:01.880" v="25886" actId="478"/>
          <ac:spMkLst>
            <pc:docMk/>
            <pc:sldMk cId="2336649455" sldId="797"/>
            <ac:spMk id="14" creationId="{3A4581CB-2D08-4177-A0E9-66A5C76D9F66}"/>
          </ac:spMkLst>
        </pc:spChg>
        <pc:spChg chg="mod">
          <ac:chgData name="김 태환" userId="37bdad49bf29bd97" providerId="LiveId" clId="{D3DF9AA7-87D4-4521-97A8-27884D41F730}" dt="2020-08-31T08:02:54.846" v="25895" actId="1076"/>
          <ac:spMkLst>
            <pc:docMk/>
            <pc:sldMk cId="2336649455" sldId="797"/>
            <ac:spMk id="17" creationId="{5F61F813-5021-4D49-9B50-A095F713FB6C}"/>
          </ac:spMkLst>
        </pc:spChg>
        <pc:spChg chg="mod">
          <ac:chgData name="김 태환" userId="37bdad49bf29bd97" providerId="LiveId" clId="{D3DF9AA7-87D4-4521-97A8-27884D41F730}" dt="2020-08-31T08:03:08.423" v="25904" actId="20577"/>
          <ac:spMkLst>
            <pc:docMk/>
            <pc:sldMk cId="2336649455" sldId="797"/>
            <ac:spMk id="22" creationId="{3B448AE3-76ED-46A8-BF0A-F7284704F15E}"/>
          </ac:spMkLst>
        </pc:spChg>
        <pc:spChg chg="del">
          <ac:chgData name="김 태환" userId="37bdad49bf29bd97" providerId="LiveId" clId="{D3DF9AA7-87D4-4521-97A8-27884D41F730}" dt="2020-08-31T08:00:01.880" v="25886" actId="478"/>
          <ac:spMkLst>
            <pc:docMk/>
            <pc:sldMk cId="2336649455" sldId="797"/>
            <ac:spMk id="27" creationId="{67F58629-5CAD-4D3D-9EFE-F5A791DAE6BB}"/>
          </ac:spMkLst>
        </pc:spChg>
        <pc:picChg chg="del">
          <ac:chgData name="김 태환" userId="37bdad49bf29bd97" providerId="LiveId" clId="{D3DF9AA7-87D4-4521-97A8-27884D41F730}" dt="2020-08-31T08:00:01.880" v="25886" actId="478"/>
          <ac:picMkLst>
            <pc:docMk/>
            <pc:sldMk cId="2336649455" sldId="797"/>
            <ac:picMk id="2" creationId="{2647D82A-1608-49A4-86AE-AD7439064B01}"/>
          </ac:picMkLst>
        </pc:picChg>
        <pc:picChg chg="add mod ord">
          <ac:chgData name="김 태환" userId="37bdad49bf29bd97" providerId="LiveId" clId="{D3DF9AA7-87D4-4521-97A8-27884D41F730}" dt="2020-08-31T08:02:50.881" v="25894" actId="1076"/>
          <ac:picMkLst>
            <pc:docMk/>
            <pc:sldMk cId="2336649455" sldId="797"/>
            <ac:picMk id="6" creationId="{C54EAEB9-62A7-49C1-B3A7-2EC5373F2F95}"/>
          </ac:picMkLst>
        </pc:picChg>
        <pc:picChg chg="del">
          <ac:chgData name="김 태환" userId="37bdad49bf29bd97" providerId="LiveId" clId="{D3DF9AA7-87D4-4521-97A8-27884D41F730}" dt="2020-08-31T08:02:21.295" v="25887" actId="478"/>
          <ac:picMkLst>
            <pc:docMk/>
            <pc:sldMk cId="2336649455" sldId="797"/>
            <ac:picMk id="15" creationId="{42E4AB96-3066-4861-A3C4-A9D356640ED3}"/>
          </ac:picMkLst>
        </pc:picChg>
        <pc:cxnChg chg="mod">
          <ac:chgData name="김 태환" userId="37bdad49bf29bd97" providerId="LiveId" clId="{D3DF9AA7-87D4-4521-97A8-27884D41F730}" dt="2020-08-31T08:02:54.846" v="25895" actId="1076"/>
          <ac:cxnSpMkLst>
            <pc:docMk/>
            <pc:sldMk cId="2336649455" sldId="797"/>
            <ac:cxnSpMk id="18" creationId="{1AAEC7F6-1957-4BC2-9654-84703C5793F0}"/>
          </ac:cxnSpMkLst>
        </pc:cxnChg>
        <pc:cxnChg chg="del mod">
          <ac:chgData name="김 태환" userId="37bdad49bf29bd97" providerId="LiveId" clId="{D3DF9AA7-87D4-4521-97A8-27884D41F730}" dt="2020-08-31T08:00:01.880" v="25886" actId="478"/>
          <ac:cxnSpMkLst>
            <pc:docMk/>
            <pc:sldMk cId="2336649455" sldId="797"/>
            <ac:cxnSpMk id="26" creationId="{1512AA97-595C-4278-A8DA-CC2645EBAFD6}"/>
          </ac:cxnSpMkLst>
        </pc:cxnChg>
        <pc:cxnChg chg="del mod">
          <ac:chgData name="김 태환" userId="37bdad49bf29bd97" providerId="LiveId" clId="{D3DF9AA7-87D4-4521-97A8-27884D41F730}" dt="2020-08-31T08:00:01.880" v="25886" actId="478"/>
          <ac:cxnSpMkLst>
            <pc:docMk/>
            <pc:sldMk cId="2336649455" sldId="797"/>
            <ac:cxnSpMk id="30" creationId="{1A7A5FCC-5743-453F-8D06-363AD3E12EF2}"/>
          </ac:cxnSpMkLst>
        </pc:cxnChg>
      </pc:sldChg>
      <pc:sldChg chg="addSp delSp modSp add mod">
        <pc:chgData name="김 태환" userId="37bdad49bf29bd97" providerId="LiveId" clId="{D3DF9AA7-87D4-4521-97A8-27884D41F730}" dt="2020-08-31T08:36:21.623" v="26729" actId="1076"/>
        <pc:sldMkLst>
          <pc:docMk/>
          <pc:sldMk cId="2229242598" sldId="798"/>
        </pc:sldMkLst>
        <pc:spChg chg="add del">
          <ac:chgData name="김 태환" userId="37bdad49bf29bd97" providerId="LiveId" clId="{D3DF9AA7-87D4-4521-97A8-27884D41F730}" dt="2020-08-31T08:12:07.036" v="25981" actId="22"/>
          <ac:spMkLst>
            <pc:docMk/>
            <pc:sldMk cId="2229242598" sldId="798"/>
            <ac:spMk id="2" creationId="{F8F45F4E-8265-4640-B836-17D14F0B0D90}"/>
          </ac:spMkLst>
        </pc:spChg>
        <pc:spChg chg="del mod">
          <ac:chgData name="김 태환" userId="37bdad49bf29bd97" providerId="LiveId" clId="{D3DF9AA7-87D4-4521-97A8-27884D41F730}" dt="2020-08-31T08:08:10.088" v="25939" actId="478"/>
          <ac:spMkLst>
            <pc:docMk/>
            <pc:sldMk cId="2229242598" sldId="798"/>
            <ac:spMk id="5" creationId="{44D5E124-8D6E-4B60-8CE8-376A2672DABB}"/>
          </ac:spMkLst>
        </pc:spChg>
        <pc:spChg chg="add mod">
          <ac:chgData name="김 태환" userId="37bdad49bf29bd97" providerId="LiveId" clId="{D3DF9AA7-87D4-4521-97A8-27884D41F730}" dt="2020-08-31T08:35:38.506" v="26598" actId="1076"/>
          <ac:spMkLst>
            <pc:docMk/>
            <pc:sldMk cId="2229242598" sldId="798"/>
            <ac:spMk id="6" creationId="{54BB3EBE-9A7F-4CDF-8574-86C4D6BD18C7}"/>
          </ac:spMkLst>
        </pc:spChg>
        <pc:spChg chg="mod">
          <ac:chgData name="김 태환" userId="37bdad49bf29bd97" providerId="LiveId" clId="{D3DF9AA7-87D4-4521-97A8-27884D41F730}" dt="2020-08-31T08:12:55.676" v="26018"/>
          <ac:spMkLst>
            <pc:docMk/>
            <pc:sldMk cId="2229242598" sldId="798"/>
            <ac:spMk id="7" creationId="{00000000-0000-0000-0000-000000000000}"/>
          </ac:spMkLst>
        </pc:spChg>
        <pc:spChg chg="del">
          <ac:chgData name="김 태환" userId="37bdad49bf29bd97" providerId="LiveId" clId="{D3DF9AA7-87D4-4521-97A8-27884D41F730}" dt="2020-08-31T08:08:08" v="25938" actId="478"/>
          <ac:spMkLst>
            <pc:docMk/>
            <pc:sldMk cId="2229242598" sldId="798"/>
            <ac:spMk id="11" creationId="{80E5648B-F50A-4C07-B912-E45E9FC42D18}"/>
          </ac:spMkLst>
        </pc:spChg>
        <pc:spChg chg="add mod">
          <ac:chgData name="김 태환" userId="37bdad49bf29bd97" providerId="LiveId" clId="{D3DF9AA7-87D4-4521-97A8-27884D41F730}" dt="2020-08-31T08:33:30.912" v="26376" actId="164"/>
          <ac:spMkLst>
            <pc:docMk/>
            <pc:sldMk cId="2229242598" sldId="798"/>
            <ac:spMk id="14" creationId="{45CEE2AA-C952-45C9-BAA7-95E3582533E8}"/>
          </ac:spMkLst>
        </pc:spChg>
        <pc:spChg chg="del">
          <ac:chgData name="김 태환" userId="37bdad49bf29bd97" providerId="LiveId" clId="{D3DF9AA7-87D4-4521-97A8-27884D41F730}" dt="2020-08-31T08:08:04.768" v="25935" actId="478"/>
          <ac:spMkLst>
            <pc:docMk/>
            <pc:sldMk cId="2229242598" sldId="798"/>
            <ac:spMk id="15" creationId="{B48AF403-3B82-4F9C-BCAB-3B3FAB9316C6}"/>
          </ac:spMkLst>
        </pc:spChg>
        <pc:spChg chg="add mod">
          <ac:chgData name="김 태환" userId="37bdad49bf29bd97" providerId="LiveId" clId="{D3DF9AA7-87D4-4521-97A8-27884D41F730}" dt="2020-08-31T08:33:30.912" v="26376" actId="164"/>
          <ac:spMkLst>
            <pc:docMk/>
            <pc:sldMk cId="2229242598" sldId="798"/>
            <ac:spMk id="18" creationId="{0B75BB8B-F177-4DFF-988A-CFF992C5A961}"/>
          </ac:spMkLst>
        </pc:spChg>
        <pc:spChg chg="add mod">
          <ac:chgData name="김 태환" userId="37bdad49bf29bd97" providerId="LiveId" clId="{D3DF9AA7-87D4-4521-97A8-27884D41F730}" dt="2020-08-31T08:33:30.912" v="26376" actId="164"/>
          <ac:spMkLst>
            <pc:docMk/>
            <pc:sldMk cId="2229242598" sldId="798"/>
            <ac:spMk id="21" creationId="{23091562-570B-420D-B952-3020C29EED68}"/>
          </ac:spMkLst>
        </pc:spChg>
        <pc:spChg chg="add mod">
          <ac:chgData name="김 태환" userId="37bdad49bf29bd97" providerId="LiveId" clId="{D3DF9AA7-87D4-4521-97A8-27884D41F730}" dt="2020-08-31T08:34:52.025" v="26513" actId="1076"/>
          <ac:spMkLst>
            <pc:docMk/>
            <pc:sldMk cId="2229242598" sldId="798"/>
            <ac:spMk id="23" creationId="{330CED4F-9C95-4DA7-B829-65C4A3E7B870}"/>
          </ac:spMkLst>
        </pc:spChg>
        <pc:spChg chg="add del mod">
          <ac:chgData name="김 태환" userId="37bdad49bf29bd97" providerId="LiveId" clId="{D3DF9AA7-87D4-4521-97A8-27884D41F730}" dt="2020-08-31T08:33:59.833" v="26381" actId="478"/>
          <ac:spMkLst>
            <pc:docMk/>
            <pc:sldMk cId="2229242598" sldId="798"/>
            <ac:spMk id="25" creationId="{F7C49844-25C9-451E-A25D-1E1D990D4F7C}"/>
          </ac:spMkLst>
        </pc:spChg>
        <pc:spChg chg="add mod">
          <ac:chgData name="김 태환" userId="37bdad49bf29bd97" providerId="LiveId" clId="{D3DF9AA7-87D4-4521-97A8-27884D41F730}" dt="2020-08-31T08:34:52.025" v="26513" actId="1076"/>
          <ac:spMkLst>
            <pc:docMk/>
            <pc:sldMk cId="2229242598" sldId="798"/>
            <ac:spMk id="30" creationId="{A25229EE-2087-4922-9883-2053DA3E348B}"/>
          </ac:spMkLst>
        </pc:spChg>
        <pc:spChg chg="add mod">
          <ac:chgData name="김 태환" userId="37bdad49bf29bd97" providerId="LiveId" clId="{D3DF9AA7-87D4-4521-97A8-27884D41F730}" dt="2020-08-31T08:35:26.359" v="26593" actId="14100"/>
          <ac:spMkLst>
            <pc:docMk/>
            <pc:sldMk cId="2229242598" sldId="798"/>
            <ac:spMk id="32" creationId="{000E5E60-5157-49A8-8BAF-BA6100603511}"/>
          </ac:spMkLst>
        </pc:spChg>
        <pc:spChg chg="add mod">
          <ac:chgData name="김 태환" userId="37bdad49bf29bd97" providerId="LiveId" clId="{D3DF9AA7-87D4-4521-97A8-27884D41F730}" dt="2020-08-31T08:35:35.141" v="26596" actId="20577"/>
          <ac:spMkLst>
            <pc:docMk/>
            <pc:sldMk cId="2229242598" sldId="798"/>
            <ac:spMk id="38" creationId="{0252FC8C-8D3B-4432-97E0-123DE6A6AD58}"/>
          </ac:spMkLst>
        </pc:spChg>
        <pc:spChg chg="add mod">
          <ac:chgData name="김 태환" userId="37bdad49bf29bd97" providerId="LiveId" clId="{D3DF9AA7-87D4-4521-97A8-27884D41F730}" dt="2020-08-31T08:36:18.787" v="26728" actId="14100"/>
          <ac:spMkLst>
            <pc:docMk/>
            <pc:sldMk cId="2229242598" sldId="798"/>
            <ac:spMk id="39" creationId="{4C3BD1FD-EF7B-4779-AF4D-2B16DA4D4C33}"/>
          </ac:spMkLst>
        </pc:spChg>
        <pc:spChg chg="add mod">
          <ac:chgData name="김 태환" userId="37bdad49bf29bd97" providerId="LiveId" clId="{D3DF9AA7-87D4-4521-97A8-27884D41F730}" dt="2020-08-31T08:36:21.623" v="26729" actId="1076"/>
          <ac:spMkLst>
            <pc:docMk/>
            <pc:sldMk cId="2229242598" sldId="798"/>
            <ac:spMk id="41" creationId="{4899642E-8CB5-4CFC-9859-8CA00CD64C2A}"/>
          </ac:spMkLst>
        </pc:spChg>
        <pc:grpChg chg="add mod">
          <ac:chgData name="김 태환" userId="37bdad49bf29bd97" providerId="LiveId" clId="{D3DF9AA7-87D4-4521-97A8-27884D41F730}" dt="2020-08-31T08:34:52.025" v="26513" actId="1076"/>
          <ac:grpSpMkLst>
            <pc:docMk/>
            <pc:sldMk cId="2229242598" sldId="798"/>
            <ac:grpSpMk id="22" creationId="{7AFDDB89-D6CE-4284-8F3D-114CA14203A0}"/>
          </ac:grpSpMkLst>
        </pc:grpChg>
        <pc:picChg chg="del mod">
          <ac:chgData name="김 태환" userId="37bdad49bf29bd97" providerId="LiveId" clId="{D3DF9AA7-87D4-4521-97A8-27884D41F730}" dt="2020-08-31T08:08:02.527" v="25934" actId="478"/>
          <ac:picMkLst>
            <pc:docMk/>
            <pc:sldMk cId="2229242598" sldId="798"/>
            <ac:picMk id="9" creationId="{BC4737E9-4D0D-44D4-84C6-60F58F9CD52D}"/>
          </ac:picMkLst>
        </pc:picChg>
        <pc:picChg chg="add del mod">
          <ac:chgData name="김 태환" userId="37bdad49bf29bd97" providerId="LiveId" clId="{D3DF9AA7-87D4-4521-97A8-27884D41F730}" dt="2020-08-31T08:30:33.448" v="26286" actId="478"/>
          <ac:picMkLst>
            <pc:docMk/>
            <pc:sldMk cId="2229242598" sldId="798"/>
            <ac:picMk id="13" creationId="{E1187A4A-DA11-49BB-81AF-20D3C6F7867A}"/>
          </ac:picMkLst>
        </pc:picChg>
        <pc:picChg chg="add mod ord">
          <ac:chgData name="김 태환" userId="37bdad49bf29bd97" providerId="LiveId" clId="{D3DF9AA7-87D4-4521-97A8-27884D41F730}" dt="2020-08-31T08:33:30.912" v="26376" actId="164"/>
          <ac:picMkLst>
            <pc:docMk/>
            <pc:sldMk cId="2229242598" sldId="798"/>
            <ac:picMk id="19" creationId="{265DC687-17C2-43A1-86F3-C78A01C4CD7B}"/>
          </ac:picMkLst>
        </pc:picChg>
        <pc:cxnChg chg="add mod">
          <ac:chgData name="김 태환" userId="37bdad49bf29bd97" providerId="LiveId" clId="{D3DF9AA7-87D4-4521-97A8-27884D41F730}" dt="2020-08-31T08:34:52.025" v="26513" actId="1076"/>
          <ac:cxnSpMkLst>
            <pc:docMk/>
            <pc:sldMk cId="2229242598" sldId="798"/>
            <ac:cxnSpMk id="24" creationId="{60FAFD64-1644-4FC6-A164-7EE79C95CDBE}"/>
          </ac:cxnSpMkLst>
        </pc:cxnChg>
        <pc:cxnChg chg="add mod">
          <ac:chgData name="김 태환" userId="37bdad49bf29bd97" providerId="LiveId" clId="{D3DF9AA7-87D4-4521-97A8-27884D41F730}" dt="2020-08-31T08:35:26.359" v="26593" actId="14100"/>
          <ac:cxnSpMkLst>
            <pc:docMk/>
            <pc:sldMk cId="2229242598" sldId="798"/>
            <ac:cxnSpMk id="33" creationId="{93A1CB9E-EC8A-44A3-A031-DE3A850C0CB5}"/>
          </ac:cxnSpMkLst>
        </pc:cxnChg>
        <pc:cxnChg chg="add mod">
          <ac:chgData name="김 태환" userId="37bdad49bf29bd97" providerId="LiveId" clId="{D3DF9AA7-87D4-4521-97A8-27884D41F730}" dt="2020-08-31T08:36:18.787" v="26728" actId="14100"/>
          <ac:cxnSpMkLst>
            <pc:docMk/>
            <pc:sldMk cId="2229242598" sldId="798"/>
            <ac:cxnSpMk id="40" creationId="{1EC8775B-FE94-4F3F-B570-22227749A3F8}"/>
          </ac:cxnSpMkLst>
        </pc:cxnChg>
      </pc:sldChg>
      <pc:sldChg chg="addSp delSp modSp add mod">
        <pc:chgData name="김 태환" userId="37bdad49bf29bd97" providerId="LiveId" clId="{D3DF9AA7-87D4-4521-97A8-27884D41F730}" dt="2020-08-31T09:26:27.122" v="27247" actId="20577"/>
        <pc:sldMkLst>
          <pc:docMk/>
          <pc:sldMk cId="2560263519" sldId="799"/>
        </pc:sldMkLst>
        <pc:spChg chg="add del mod">
          <ac:chgData name="김 태환" userId="37bdad49bf29bd97" providerId="LiveId" clId="{D3DF9AA7-87D4-4521-97A8-27884D41F730}" dt="2020-08-31T09:18:49.649" v="26827" actId="478"/>
          <ac:spMkLst>
            <pc:docMk/>
            <pc:sldMk cId="2560263519" sldId="799"/>
            <ac:spMk id="5" creationId="{F43764C2-D734-42D3-B251-51AE339E7672}"/>
          </ac:spMkLst>
        </pc:spChg>
        <pc:spChg chg="mod">
          <ac:chgData name="김 태환" userId="37bdad49bf29bd97" providerId="LiveId" clId="{D3DF9AA7-87D4-4521-97A8-27884D41F730}" dt="2020-08-31T09:16:15.976" v="26814"/>
          <ac:spMkLst>
            <pc:docMk/>
            <pc:sldMk cId="2560263519" sldId="799"/>
            <ac:spMk id="6" creationId="{54BB3EBE-9A7F-4CDF-8574-86C4D6BD18C7}"/>
          </ac:spMkLst>
        </pc:spChg>
        <pc:spChg chg="add mod">
          <ac:chgData name="김 태환" userId="37bdad49bf29bd97" providerId="LiveId" clId="{D3DF9AA7-87D4-4521-97A8-27884D41F730}" dt="2020-08-31T09:21:59.454" v="26860" actId="1076"/>
          <ac:spMkLst>
            <pc:docMk/>
            <pc:sldMk cId="2560263519" sldId="799"/>
            <ac:spMk id="10" creationId="{6D612CB2-ADA0-4DA1-90C3-137AC93DED23}"/>
          </ac:spMkLst>
        </pc:spChg>
        <pc:spChg chg="del">
          <ac:chgData name="김 태환" userId="37bdad49bf29bd97" providerId="LiveId" clId="{D3DF9AA7-87D4-4521-97A8-27884D41F730}" dt="2020-08-31T08:43:41.457" v="26731" actId="478"/>
          <ac:spMkLst>
            <pc:docMk/>
            <pc:sldMk cId="2560263519" sldId="799"/>
            <ac:spMk id="23" creationId="{330CED4F-9C95-4DA7-B829-65C4A3E7B870}"/>
          </ac:spMkLst>
        </pc:spChg>
        <pc:spChg chg="del">
          <ac:chgData name="김 태환" userId="37bdad49bf29bd97" providerId="LiveId" clId="{D3DF9AA7-87D4-4521-97A8-27884D41F730}" dt="2020-08-31T08:43:41.457" v="26731" actId="478"/>
          <ac:spMkLst>
            <pc:docMk/>
            <pc:sldMk cId="2560263519" sldId="799"/>
            <ac:spMk id="30" creationId="{A25229EE-2087-4922-9883-2053DA3E348B}"/>
          </ac:spMkLst>
        </pc:spChg>
        <pc:spChg chg="add del mod topLvl">
          <ac:chgData name="김 태환" userId="37bdad49bf29bd97" providerId="LiveId" clId="{D3DF9AA7-87D4-4521-97A8-27884D41F730}" dt="2020-08-31T09:21:24.185" v="26851" actId="478"/>
          <ac:spMkLst>
            <pc:docMk/>
            <pc:sldMk cId="2560263519" sldId="799"/>
            <ac:spMk id="31" creationId="{327762F3-7BD0-4330-8AB6-61988FD2B21A}"/>
          </ac:spMkLst>
        </pc:spChg>
        <pc:spChg chg="del">
          <ac:chgData name="김 태환" userId="37bdad49bf29bd97" providerId="LiveId" clId="{D3DF9AA7-87D4-4521-97A8-27884D41F730}" dt="2020-08-31T08:43:41.457" v="26731" actId="478"/>
          <ac:spMkLst>
            <pc:docMk/>
            <pc:sldMk cId="2560263519" sldId="799"/>
            <ac:spMk id="32" creationId="{000E5E60-5157-49A8-8BAF-BA6100603511}"/>
          </ac:spMkLst>
        </pc:spChg>
        <pc:spChg chg="add del mod topLvl">
          <ac:chgData name="김 태환" userId="37bdad49bf29bd97" providerId="LiveId" clId="{D3DF9AA7-87D4-4521-97A8-27884D41F730}" dt="2020-08-31T09:21:59.454" v="26860" actId="1076"/>
          <ac:spMkLst>
            <pc:docMk/>
            <pc:sldMk cId="2560263519" sldId="799"/>
            <ac:spMk id="34" creationId="{AB990016-4EC3-497A-8728-57B6B44BE1A8}"/>
          </ac:spMkLst>
        </pc:spChg>
        <pc:spChg chg="add del mod topLvl">
          <ac:chgData name="김 태환" userId="37bdad49bf29bd97" providerId="LiveId" clId="{D3DF9AA7-87D4-4521-97A8-27884D41F730}" dt="2020-08-31T09:21:22.474" v="26850" actId="478"/>
          <ac:spMkLst>
            <pc:docMk/>
            <pc:sldMk cId="2560263519" sldId="799"/>
            <ac:spMk id="35" creationId="{8E87F29E-D222-4426-9644-096BEB5F2A6B}"/>
          </ac:spMkLst>
        </pc:spChg>
        <pc:spChg chg="add mod">
          <ac:chgData name="김 태환" userId="37bdad49bf29bd97" providerId="LiveId" clId="{D3DF9AA7-87D4-4521-97A8-27884D41F730}" dt="2020-08-31T09:23:17.878" v="27079" actId="14100"/>
          <ac:spMkLst>
            <pc:docMk/>
            <pc:sldMk cId="2560263519" sldId="799"/>
            <ac:spMk id="37" creationId="{8EEA1964-0EC5-4C65-8650-3DB092EC1A83}"/>
          </ac:spMkLst>
        </pc:spChg>
        <pc:spChg chg="del">
          <ac:chgData name="김 태환" userId="37bdad49bf29bd97" providerId="LiveId" clId="{D3DF9AA7-87D4-4521-97A8-27884D41F730}" dt="2020-08-31T08:43:41.457" v="26731" actId="478"/>
          <ac:spMkLst>
            <pc:docMk/>
            <pc:sldMk cId="2560263519" sldId="799"/>
            <ac:spMk id="38" creationId="{0252FC8C-8D3B-4432-97E0-123DE6A6AD58}"/>
          </ac:spMkLst>
        </pc:spChg>
        <pc:spChg chg="del">
          <ac:chgData name="김 태환" userId="37bdad49bf29bd97" providerId="LiveId" clId="{D3DF9AA7-87D4-4521-97A8-27884D41F730}" dt="2020-08-31T08:43:41.457" v="26731" actId="478"/>
          <ac:spMkLst>
            <pc:docMk/>
            <pc:sldMk cId="2560263519" sldId="799"/>
            <ac:spMk id="39" creationId="{4C3BD1FD-EF7B-4779-AF4D-2B16DA4D4C33}"/>
          </ac:spMkLst>
        </pc:spChg>
        <pc:spChg chg="del">
          <ac:chgData name="김 태환" userId="37bdad49bf29bd97" providerId="LiveId" clId="{D3DF9AA7-87D4-4521-97A8-27884D41F730}" dt="2020-08-31T08:43:41.457" v="26731" actId="478"/>
          <ac:spMkLst>
            <pc:docMk/>
            <pc:sldMk cId="2560263519" sldId="799"/>
            <ac:spMk id="41" creationId="{4899642E-8CB5-4CFC-9859-8CA00CD64C2A}"/>
          </ac:spMkLst>
        </pc:spChg>
        <pc:spChg chg="add mod">
          <ac:chgData name="김 태환" userId="37bdad49bf29bd97" providerId="LiveId" clId="{D3DF9AA7-87D4-4521-97A8-27884D41F730}" dt="2020-08-31T09:23:24.945" v="27080" actId="1076"/>
          <ac:spMkLst>
            <pc:docMk/>
            <pc:sldMk cId="2560263519" sldId="799"/>
            <ac:spMk id="43" creationId="{90536CB6-0101-4FA6-8312-7A3EC902499B}"/>
          </ac:spMkLst>
        </pc:spChg>
        <pc:spChg chg="add mod">
          <ac:chgData name="김 태환" userId="37bdad49bf29bd97" providerId="LiveId" clId="{D3DF9AA7-87D4-4521-97A8-27884D41F730}" dt="2020-08-31T09:26:27.122" v="27247" actId="20577"/>
          <ac:spMkLst>
            <pc:docMk/>
            <pc:sldMk cId="2560263519" sldId="799"/>
            <ac:spMk id="46" creationId="{C3395778-64CC-4641-9ED8-CFE8EC1743BF}"/>
          </ac:spMkLst>
        </pc:spChg>
        <pc:spChg chg="add mod">
          <ac:chgData name="김 태환" userId="37bdad49bf29bd97" providerId="LiveId" clId="{D3DF9AA7-87D4-4521-97A8-27884D41F730}" dt="2020-08-31T09:25:09.442" v="27140" actId="14100"/>
          <ac:spMkLst>
            <pc:docMk/>
            <pc:sldMk cId="2560263519" sldId="799"/>
            <ac:spMk id="49" creationId="{A6FF1723-91FD-4C65-B1C9-DAADB189391D}"/>
          </ac:spMkLst>
        </pc:spChg>
        <pc:spChg chg="add mod">
          <ac:chgData name="김 태환" userId="37bdad49bf29bd97" providerId="LiveId" clId="{D3DF9AA7-87D4-4521-97A8-27884D41F730}" dt="2020-08-31T09:24:32.847" v="27138" actId="20577"/>
          <ac:spMkLst>
            <pc:docMk/>
            <pc:sldMk cId="2560263519" sldId="799"/>
            <ac:spMk id="53" creationId="{CE1C6C17-A555-4ECD-B171-DDF4F8B62597}"/>
          </ac:spMkLst>
        </pc:spChg>
        <pc:grpChg chg="del">
          <ac:chgData name="김 태환" userId="37bdad49bf29bd97" providerId="LiveId" clId="{D3DF9AA7-87D4-4521-97A8-27884D41F730}" dt="2020-08-31T08:43:41.457" v="26731" actId="478"/>
          <ac:grpSpMkLst>
            <pc:docMk/>
            <pc:sldMk cId="2560263519" sldId="799"/>
            <ac:grpSpMk id="22" creationId="{7AFDDB89-D6CE-4284-8F3D-114CA14203A0}"/>
          </ac:grpSpMkLst>
        </pc:grpChg>
        <pc:grpChg chg="add del mod">
          <ac:chgData name="김 태환" userId="37bdad49bf29bd97" providerId="LiveId" clId="{D3DF9AA7-87D4-4521-97A8-27884D41F730}" dt="2020-08-31T09:19:11.466" v="26838" actId="165"/>
          <ac:grpSpMkLst>
            <pc:docMk/>
            <pc:sldMk cId="2560263519" sldId="799"/>
            <ac:grpSpMk id="28" creationId="{219E14C7-BBD3-43DD-B8D4-97D6A92C0612}"/>
          </ac:grpSpMkLst>
        </pc:grpChg>
        <pc:picChg chg="add del mod">
          <ac:chgData name="김 태환" userId="37bdad49bf29bd97" providerId="LiveId" clId="{D3DF9AA7-87D4-4521-97A8-27884D41F730}" dt="2020-08-31T09:18:48.849" v="26826" actId="478"/>
          <ac:picMkLst>
            <pc:docMk/>
            <pc:sldMk cId="2560263519" sldId="799"/>
            <ac:picMk id="2" creationId="{EE0A366E-F6FE-4105-A63E-613926673585}"/>
          </ac:picMkLst>
        </pc:picChg>
        <pc:picChg chg="add mod">
          <ac:chgData name="김 태환" userId="37bdad49bf29bd97" providerId="LiveId" clId="{D3DF9AA7-87D4-4521-97A8-27884D41F730}" dt="2020-08-31T09:21:59.454" v="26860" actId="1076"/>
          <ac:picMkLst>
            <pc:docMk/>
            <pc:sldMk cId="2560263519" sldId="799"/>
            <ac:picMk id="9" creationId="{58A8B3DC-F256-4D54-B53D-F4AE63B7FD2D}"/>
          </ac:picMkLst>
        </pc:picChg>
        <pc:picChg chg="mod topLvl">
          <ac:chgData name="김 태환" userId="37bdad49bf29bd97" providerId="LiveId" clId="{D3DF9AA7-87D4-4521-97A8-27884D41F730}" dt="2020-08-31T09:21:59.454" v="26860" actId="1076"/>
          <ac:picMkLst>
            <pc:docMk/>
            <pc:sldMk cId="2560263519" sldId="799"/>
            <ac:picMk id="29" creationId="{7A740B09-8A64-4EF1-B301-72F6C2BCAC10}"/>
          </ac:picMkLst>
        </pc:picChg>
        <pc:cxnChg chg="del mod">
          <ac:chgData name="김 태환" userId="37bdad49bf29bd97" providerId="LiveId" clId="{D3DF9AA7-87D4-4521-97A8-27884D41F730}" dt="2020-08-31T08:43:41.457" v="26731" actId="478"/>
          <ac:cxnSpMkLst>
            <pc:docMk/>
            <pc:sldMk cId="2560263519" sldId="799"/>
            <ac:cxnSpMk id="24" creationId="{60FAFD64-1644-4FC6-A164-7EE79C95CDBE}"/>
          </ac:cxnSpMkLst>
        </pc:cxnChg>
        <pc:cxnChg chg="del mod">
          <ac:chgData name="김 태환" userId="37bdad49bf29bd97" providerId="LiveId" clId="{D3DF9AA7-87D4-4521-97A8-27884D41F730}" dt="2020-08-31T08:43:41.457" v="26731" actId="478"/>
          <ac:cxnSpMkLst>
            <pc:docMk/>
            <pc:sldMk cId="2560263519" sldId="799"/>
            <ac:cxnSpMk id="33" creationId="{93A1CB9E-EC8A-44A3-A031-DE3A850C0CB5}"/>
          </ac:cxnSpMkLst>
        </pc:cxnChg>
        <pc:cxnChg chg="add mod">
          <ac:chgData name="김 태환" userId="37bdad49bf29bd97" providerId="LiveId" clId="{D3DF9AA7-87D4-4521-97A8-27884D41F730}" dt="2020-08-31T09:21:59.454" v="26860" actId="1076"/>
          <ac:cxnSpMkLst>
            <pc:docMk/>
            <pc:sldMk cId="2560263519" sldId="799"/>
            <ac:cxnSpMk id="36" creationId="{28FDE854-8429-464C-A8AF-C03DC219F41C}"/>
          </ac:cxnSpMkLst>
        </pc:cxnChg>
        <pc:cxnChg chg="del mod">
          <ac:chgData name="김 태환" userId="37bdad49bf29bd97" providerId="LiveId" clId="{D3DF9AA7-87D4-4521-97A8-27884D41F730}" dt="2020-08-31T08:43:41.457" v="26731" actId="478"/>
          <ac:cxnSpMkLst>
            <pc:docMk/>
            <pc:sldMk cId="2560263519" sldId="799"/>
            <ac:cxnSpMk id="40" creationId="{1EC8775B-FE94-4F3F-B570-22227749A3F8}"/>
          </ac:cxnSpMkLst>
        </pc:cxnChg>
        <pc:cxnChg chg="add mod">
          <ac:chgData name="김 태환" userId="37bdad49bf29bd97" providerId="LiveId" clId="{D3DF9AA7-87D4-4521-97A8-27884D41F730}" dt="2020-08-31T09:23:17.878" v="27079" actId="14100"/>
          <ac:cxnSpMkLst>
            <pc:docMk/>
            <pc:sldMk cId="2560263519" sldId="799"/>
            <ac:cxnSpMk id="42" creationId="{FBA7686C-C01F-4501-80EB-14FEF5CB13BD}"/>
          </ac:cxnSpMkLst>
        </pc:cxnChg>
        <pc:cxnChg chg="add mod">
          <ac:chgData name="김 태환" userId="37bdad49bf29bd97" providerId="LiveId" clId="{D3DF9AA7-87D4-4521-97A8-27884D41F730}" dt="2020-08-31T09:25:09.442" v="27140" actId="14100"/>
          <ac:cxnSpMkLst>
            <pc:docMk/>
            <pc:sldMk cId="2560263519" sldId="799"/>
            <ac:cxnSpMk id="47" creationId="{62C11561-8BED-4978-813D-D431F34557FC}"/>
          </ac:cxnSpMkLst>
        </pc:cxnChg>
      </pc:sldChg>
      <pc:sldChg chg="addSp delSp modSp add mod">
        <pc:chgData name="김 태환" userId="37bdad49bf29bd97" providerId="LiveId" clId="{D3DF9AA7-87D4-4521-97A8-27884D41F730}" dt="2020-08-31T09:32:06.554" v="27352" actId="20577"/>
        <pc:sldMkLst>
          <pc:docMk/>
          <pc:sldMk cId="3051199795" sldId="800"/>
        </pc:sldMkLst>
        <pc:spChg chg="mod">
          <ac:chgData name="김 태환" userId="37bdad49bf29bd97" providerId="LiveId" clId="{D3DF9AA7-87D4-4521-97A8-27884D41F730}" dt="2020-08-31T09:26:47.805" v="27253" actId="1076"/>
          <ac:spMkLst>
            <pc:docMk/>
            <pc:sldMk cId="3051199795" sldId="800"/>
            <ac:spMk id="5" creationId="{F43764C2-D734-42D3-B251-51AE339E7672}"/>
          </ac:spMkLst>
        </pc:spChg>
        <pc:spChg chg="mod">
          <ac:chgData name="김 태환" userId="37bdad49bf29bd97" providerId="LiveId" clId="{D3DF9AA7-87D4-4521-97A8-27884D41F730}" dt="2020-08-31T09:27:15.536" v="27275" actId="20577"/>
          <ac:spMkLst>
            <pc:docMk/>
            <pc:sldMk cId="3051199795" sldId="800"/>
            <ac:spMk id="6" creationId="{54BB3EBE-9A7F-4CDF-8574-86C4D6BD18C7}"/>
          </ac:spMkLst>
        </pc:spChg>
        <pc:spChg chg="del">
          <ac:chgData name="김 태환" userId="37bdad49bf29bd97" providerId="LiveId" clId="{D3DF9AA7-87D4-4521-97A8-27884D41F730}" dt="2020-08-31T09:18:51.416" v="26828" actId="478"/>
          <ac:spMkLst>
            <pc:docMk/>
            <pc:sldMk cId="3051199795" sldId="800"/>
            <ac:spMk id="10" creationId="{6D612CB2-ADA0-4DA1-90C3-137AC93DED23}"/>
          </ac:spMkLst>
        </pc:spChg>
        <pc:spChg chg="add mod">
          <ac:chgData name="김 태환" userId="37bdad49bf29bd97" providerId="LiveId" clId="{D3DF9AA7-87D4-4521-97A8-27884D41F730}" dt="2020-08-31T09:26:44.418" v="27252" actId="571"/>
          <ac:spMkLst>
            <pc:docMk/>
            <pc:sldMk cId="3051199795" sldId="800"/>
            <ac:spMk id="12" creationId="{D4DC47E7-BA9C-4E4B-8547-90CFFED2BBFD}"/>
          </ac:spMkLst>
        </pc:spChg>
        <pc:spChg chg="add mod">
          <ac:chgData name="김 태환" userId="37bdad49bf29bd97" providerId="LiveId" clId="{D3DF9AA7-87D4-4521-97A8-27884D41F730}" dt="2020-08-31T09:31:15.973" v="27276"/>
          <ac:spMkLst>
            <pc:docMk/>
            <pc:sldMk cId="3051199795" sldId="800"/>
            <ac:spMk id="13" creationId="{F01F946F-21FB-4E74-A5FA-CD0295F98302}"/>
          </ac:spMkLst>
        </pc:spChg>
        <pc:spChg chg="add mod">
          <ac:chgData name="김 태환" userId="37bdad49bf29bd97" providerId="LiveId" clId="{D3DF9AA7-87D4-4521-97A8-27884D41F730}" dt="2020-08-31T09:31:15.973" v="27276"/>
          <ac:spMkLst>
            <pc:docMk/>
            <pc:sldMk cId="3051199795" sldId="800"/>
            <ac:spMk id="15" creationId="{3EB89E64-677E-4615-8296-6E2B5F34265C}"/>
          </ac:spMkLst>
        </pc:spChg>
        <pc:spChg chg="add mod">
          <ac:chgData name="김 태환" userId="37bdad49bf29bd97" providerId="LiveId" clId="{D3DF9AA7-87D4-4521-97A8-27884D41F730}" dt="2020-08-31T09:32:06.554" v="27352" actId="20577"/>
          <ac:spMkLst>
            <pc:docMk/>
            <pc:sldMk cId="3051199795" sldId="800"/>
            <ac:spMk id="19" creationId="{CA5D7A7D-E4A3-4CD3-A305-9A54745A2493}"/>
          </ac:spMkLst>
        </pc:spChg>
        <pc:spChg chg="add mod">
          <ac:chgData name="김 태환" userId="37bdad49bf29bd97" providerId="LiveId" clId="{D3DF9AA7-87D4-4521-97A8-27884D41F730}" dt="2020-08-31T09:31:41.473" v="27283" actId="1076"/>
          <ac:spMkLst>
            <pc:docMk/>
            <pc:sldMk cId="3051199795" sldId="800"/>
            <ac:spMk id="21" creationId="{17A1EE57-24A9-459B-A2B0-EDF06300BC46}"/>
          </ac:spMkLst>
        </pc:spChg>
        <pc:picChg chg="mod">
          <ac:chgData name="김 태환" userId="37bdad49bf29bd97" providerId="LiveId" clId="{D3DF9AA7-87D4-4521-97A8-27884D41F730}" dt="2020-08-31T09:26:47.805" v="27253" actId="1076"/>
          <ac:picMkLst>
            <pc:docMk/>
            <pc:sldMk cId="3051199795" sldId="800"/>
            <ac:picMk id="2" creationId="{EE0A366E-F6FE-4105-A63E-613926673585}"/>
          </ac:picMkLst>
        </pc:picChg>
        <pc:picChg chg="del">
          <ac:chgData name="김 태환" userId="37bdad49bf29bd97" providerId="LiveId" clId="{D3DF9AA7-87D4-4521-97A8-27884D41F730}" dt="2020-08-31T09:18:51.416" v="26828" actId="478"/>
          <ac:picMkLst>
            <pc:docMk/>
            <pc:sldMk cId="3051199795" sldId="800"/>
            <ac:picMk id="9" creationId="{58A8B3DC-F256-4D54-B53D-F4AE63B7FD2D}"/>
          </ac:picMkLst>
        </pc:picChg>
        <pc:picChg chg="add mod">
          <ac:chgData name="김 태환" userId="37bdad49bf29bd97" providerId="LiveId" clId="{D3DF9AA7-87D4-4521-97A8-27884D41F730}" dt="2020-08-31T09:26:44.418" v="27252" actId="571"/>
          <ac:picMkLst>
            <pc:docMk/>
            <pc:sldMk cId="3051199795" sldId="800"/>
            <ac:picMk id="11" creationId="{4DE62A21-CA7C-478F-8B66-C9162D6CA3AE}"/>
          </ac:picMkLst>
        </pc:picChg>
        <pc:cxnChg chg="add mod">
          <ac:chgData name="김 태환" userId="37bdad49bf29bd97" providerId="LiveId" clId="{D3DF9AA7-87D4-4521-97A8-27884D41F730}" dt="2020-08-31T09:31:23.633" v="27279" actId="14100"/>
          <ac:cxnSpMkLst>
            <pc:docMk/>
            <pc:sldMk cId="3051199795" sldId="800"/>
            <ac:cxnSpMk id="14" creationId="{B80C9795-DE1B-48AA-ADB9-3D58995E36A6}"/>
          </ac:cxnSpMkLst>
        </pc:cxnChg>
        <pc:cxnChg chg="add del mod">
          <ac:chgData name="김 태환" userId="37bdad49bf29bd97" providerId="LiveId" clId="{D3DF9AA7-87D4-4521-97A8-27884D41F730}" dt="2020-08-31T09:31:35.057" v="27281"/>
          <ac:cxnSpMkLst>
            <pc:docMk/>
            <pc:sldMk cId="3051199795" sldId="800"/>
            <ac:cxnSpMk id="18" creationId="{72EE1F5B-0E20-4C76-9930-0EC1FE13E41A}"/>
          </ac:cxnSpMkLst>
        </pc:cxnChg>
        <pc:cxnChg chg="add mod">
          <ac:chgData name="김 태환" userId="37bdad49bf29bd97" providerId="LiveId" clId="{D3DF9AA7-87D4-4521-97A8-27884D41F730}" dt="2020-08-31T09:31:45.610" v="27284" actId="14100"/>
          <ac:cxnSpMkLst>
            <pc:docMk/>
            <pc:sldMk cId="3051199795" sldId="800"/>
            <ac:cxnSpMk id="20" creationId="{D2542207-8E19-49A9-BEAF-DC552812034A}"/>
          </ac:cxnSpMkLst>
        </pc:cxnChg>
      </pc:sldChg>
      <pc:sldChg chg="new del">
        <pc:chgData name="김 태환" userId="37bdad49bf29bd97" providerId="LiveId" clId="{D3DF9AA7-87D4-4521-97A8-27884D41F730}" dt="2020-08-31T09:26:39.857" v="27250" actId="47"/>
        <pc:sldMkLst>
          <pc:docMk/>
          <pc:sldMk cId="591115752" sldId="801"/>
        </pc:sldMkLst>
      </pc:sldChg>
      <pc:sldChg chg="addSp delSp modSp add mod">
        <pc:chgData name="김 태환" userId="37bdad49bf29bd97" providerId="LiveId" clId="{D3DF9AA7-87D4-4521-97A8-27884D41F730}" dt="2020-08-31T11:04:23.419" v="27918" actId="20577"/>
        <pc:sldMkLst>
          <pc:docMk/>
          <pc:sldMk cId="2476000145" sldId="801"/>
        </pc:sldMkLst>
        <pc:spChg chg="del">
          <ac:chgData name="김 태환" userId="37bdad49bf29bd97" providerId="LiveId" clId="{D3DF9AA7-87D4-4521-97A8-27884D41F730}" dt="2020-08-31T09:32:22.658" v="27357" actId="478"/>
          <ac:spMkLst>
            <pc:docMk/>
            <pc:sldMk cId="2476000145" sldId="801"/>
            <ac:spMk id="5" creationId="{F43764C2-D734-42D3-B251-51AE339E7672}"/>
          </ac:spMkLst>
        </pc:spChg>
        <pc:spChg chg="mod">
          <ac:chgData name="김 태환" userId="37bdad49bf29bd97" providerId="LiveId" clId="{D3DF9AA7-87D4-4521-97A8-27884D41F730}" dt="2020-08-31T11:02:27.651" v="27802" actId="20577"/>
          <ac:spMkLst>
            <pc:docMk/>
            <pc:sldMk cId="2476000145" sldId="801"/>
            <ac:spMk id="6" creationId="{54BB3EBE-9A7F-4CDF-8574-86C4D6BD18C7}"/>
          </ac:spMkLst>
        </pc:spChg>
        <pc:spChg chg="del">
          <ac:chgData name="김 태환" userId="37bdad49bf29bd97" providerId="LiveId" clId="{D3DF9AA7-87D4-4521-97A8-27884D41F730}" dt="2020-08-31T09:32:23.680" v="27358" actId="478"/>
          <ac:spMkLst>
            <pc:docMk/>
            <pc:sldMk cId="2476000145" sldId="801"/>
            <ac:spMk id="13" creationId="{F01F946F-21FB-4E74-A5FA-CD0295F98302}"/>
          </ac:spMkLst>
        </pc:spChg>
        <pc:spChg chg="del">
          <ac:chgData name="김 태환" userId="37bdad49bf29bd97" providerId="LiveId" clId="{D3DF9AA7-87D4-4521-97A8-27884D41F730}" dt="2020-08-31T09:32:23.680" v="27358" actId="478"/>
          <ac:spMkLst>
            <pc:docMk/>
            <pc:sldMk cId="2476000145" sldId="801"/>
            <ac:spMk id="15" creationId="{3EB89E64-677E-4615-8296-6E2B5F34265C}"/>
          </ac:spMkLst>
        </pc:spChg>
        <pc:spChg chg="add del mod">
          <ac:chgData name="김 태환" userId="37bdad49bf29bd97" providerId="LiveId" clId="{D3DF9AA7-87D4-4521-97A8-27884D41F730}" dt="2020-08-31T10:01:42.939" v="27452"/>
          <ac:spMkLst>
            <pc:docMk/>
            <pc:sldMk cId="2476000145" sldId="801"/>
            <ac:spMk id="16" creationId="{C71DCFC0-9D7E-4EDB-93A8-329BAA0B5913}"/>
          </ac:spMkLst>
        </pc:spChg>
        <pc:spChg chg="add del mod">
          <ac:chgData name="김 태환" userId="37bdad49bf29bd97" providerId="LiveId" clId="{D3DF9AA7-87D4-4521-97A8-27884D41F730}" dt="2020-08-31T10:01:42.939" v="27452"/>
          <ac:spMkLst>
            <pc:docMk/>
            <pc:sldMk cId="2476000145" sldId="801"/>
            <ac:spMk id="17" creationId="{4B26184C-4861-4CA0-87B4-6648AA4CCDF0}"/>
          </ac:spMkLst>
        </pc:spChg>
        <pc:spChg chg="del">
          <ac:chgData name="김 태환" userId="37bdad49bf29bd97" providerId="LiveId" clId="{D3DF9AA7-87D4-4521-97A8-27884D41F730}" dt="2020-08-31T09:32:23.680" v="27358" actId="478"/>
          <ac:spMkLst>
            <pc:docMk/>
            <pc:sldMk cId="2476000145" sldId="801"/>
            <ac:spMk id="19" creationId="{CA5D7A7D-E4A3-4CD3-A305-9A54745A2493}"/>
          </ac:spMkLst>
        </pc:spChg>
        <pc:spChg chg="del">
          <ac:chgData name="김 태환" userId="37bdad49bf29bd97" providerId="LiveId" clId="{D3DF9AA7-87D4-4521-97A8-27884D41F730}" dt="2020-08-31T09:32:23.680" v="27358" actId="478"/>
          <ac:spMkLst>
            <pc:docMk/>
            <pc:sldMk cId="2476000145" sldId="801"/>
            <ac:spMk id="21" creationId="{17A1EE57-24A9-459B-A2B0-EDF06300BC46}"/>
          </ac:spMkLst>
        </pc:spChg>
        <pc:spChg chg="add mod">
          <ac:chgData name="김 태환" userId="37bdad49bf29bd97" providerId="LiveId" clId="{D3DF9AA7-87D4-4521-97A8-27884D41F730}" dt="2020-08-31T11:03:01.624" v="27812" actId="1076"/>
          <ac:spMkLst>
            <pc:docMk/>
            <pc:sldMk cId="2476000145" sldId="801"/>
            <ac:spMk id="23" creationId="{D9E050E3-460B-4261-85F2-108206445F8B}"/>
          </ac:spMkLst>
        </pc:spChg>
        <pc:spChg chg="add del mod">
          <ac:chgData name="김 태환" userId="37bdad49bf29bd97" providerId="LiveId" clId="{D3DF9AA7-87D4-4521-97A8-27884D41F730}" dt="2020-08-31T11:02:49.227" v="27808" actId="478"/>
          <ac:spMkLst>
            <pc:docMk/>
            <pc:sldMk cId="2476000145" sldId="801"/>
            <ac:spMk id="24" creationId="{A3B6C788-B577-498F-8E66-87BAF03CE8B4}"/>
          </ac:spMkLst>
        </pc:spChg>
        <pc:spChg chg="add del mod">
          <ac:chgData name="김 태환" userId="37bdad49bf29bd97" providerId="LiveId" clId="{D3DF9AA7-87D4-4521-97A8-27884D41F730}" dt="2020-08-31T11:03:14.147" v="27818" actId="478"/>
          <ac:spMkLst>
            <pc:docMk/>
            <pc:sldMk cId="2476000145" sldId="801"/>
            <ac:spMk id="25" creationId="{389C5945-2CD9-46C7-AABE-09ECDE66D5F7}"/>
          </ac:spMkLst>
        </pc:spChg>
        <pc:spChg chg="add del mod">
          <ac:chgData name="김 태환" userId="37bdad49bf29bd97" providerId="LiveId" clId="{D3DF9AA7-87D4-4521-97A8-27884D41F730}" dt="2020-08-31T11:02:42.602" v="27804" actId="478"/>
          <ac:spMkLst>
            <pc:docMk/>
            <pc:sldMk cId="2476000145" sldId="801"/>
            <ac:spMk id="26" creationId="{1881CDC8-DE49-413A-A357-2D5D03F415D3}"/>
          </ac:spMkLst>
        </pc:spChg>
        <pc:spChg chg="add del mod">
          <ac:chgData name="김 태환" userId="37bdad49bf29bd97" providerId="LiveId" clId="{D3DF9AA7-87D4-4521-97A8-27884D41F730}" dt="2020-08-31T11:02:42.602" v="27804" actId="478"/>
          <ac:spMkLst>
            <pc:docMk/>
            <pc:sldMk cId="2476000145" sldId="801"/>
            <ac:spMk id="28" creationId="{95CC3B6E-ADE8-43B3-9A15-DE3FBD50F71D}"/>
          </ac:spMkLst>
        </pc:spChg>
        <pc:spChg chg="add del mod">
          <ac:chgData name="김 태환" userId="37bdad49bf29bd97" providerId="LiveId" clId="{D3DF9AA7-87D4-4521-97A8-27884D41F730}" dt="2020-08-31T11:02:50.659" v="27809" actId="478"/>
          <ac:spMkLst>
            <pc:docMk/>
            <pc:sldMk cId="2476000145" sldId="801"/>
            <ac:spMk id="29" creationId="{7E8F20C7-5392-41D5-A8BA-1A4CFFD3A326}"/>
          </ac:spMkLst>
        </pc:spChg>
        <pc:spChg chg="add del mod">
          <ac:chgData name="김 태환" userId="37bdad49bf29bd97" providerId="LiveId" clId="{D3DF9AA7-87D4-4521-97A8-27884D41F730}" dt="2020-08-31T11:02:50.659" v="27809" actId="478"/>
          <ac:spMkLst>
            <pc:docMk/>
            <pc:sldMk cId="2476000145" sldId="801"/>
            <ac:spMk id="30" creationId="{85EA574D-11EF-4FB9-8599-DC50FCDEC799}"/>
          </ac:spMkLst>
        </pc:spChg>
        <pc:spChg chg="add mod">
          <ac:chgData name="김 태환" userId="37bdad49bf29bd97" providerId="LiveId" clId="{D3DF9AA7-87D4-4521-97A8-27884D41F730}" dt="2020-08-31T11:03:23.820" v="27821" actId="14100"/>
          <ac:spMkLst>
            <pc:docMk/>
            <pc:sldMk cId="2476000145" sldId="801"/>
            <ac:spMk id="32" creationId="{A5A774F0-43FB-42CF-9D82-8EB2976DBC11}"/>
          </ac:spMkLst>
        </pc:spChg>
        <pc:spChg chg="add mod">
          <ac:chgData name="김 태환" userId="37bdad49bf29bd97" providerId="LiveId" clId="{D3DF9AA7-87D4-4521-97A8-27884D41F730}" dt="2020-08-31T11:04:23.419" v="27918" actId="20577"/>
          <ac:spMkLst>
            <pc:docMk/>
            <pc:sldMk cId="2476000145" sldId="801"/>
            <ac:spMk id="38" creationId="{F5544D45-A8B8-475E-A59E-EA929C595EF1}"/>
          </ac:spMkLst>
        </pc:spChg>
        <pc:spChg chg="add mod">
          <ac:chgData name="김 태환" userId="37bdad49bf29bd97" providerId="LiveId" clId="{D3DF9AA7-87D4-4521-97A8-27884D41F730}" dt="2020-08-31T11:03:52.702" v="27828" actId="1076"/>
          <ac:spMkLst>
            <pc:docMk/>
            <pc:sldMk cId="2476000145" sldId="801"/>
            <ac:spMk id="43" creationId="{288F6BDD-FFE4-494B-AE86-E81CC7B4260D}"/>
          </ac:spMkLst>
        </pc:spChg>
        <pc:spChg chg="add mod">
          <ac:chgData name="김 태환" userId="37bdad49bf29bd97" providerId="LiveId" clId="{D3DF9AA7-87D4-4521-97A8-27884D41F730}" dt="2020-08-31T11:04:00.340" v="27830" actId="1076"/>
          <ac:spMkLst>
            <pc:docMk/>
            <pc:sldMk cId="2476000145" sldId="801"/>
            <ac:spMk id="45" creationId="{80231602-4648-40B0-BC9A-5E8BE25C02B8}"/>
          </ac:spMkLst>
        </pc:spChg>
        <pc:picChg chg="del">
          <ac:chgData name="김 태환" userId="37bdad49bf29bd97" providerId="LiveId" clId="{D3DF9AA7-87D4-4521-97A8-27884D41F730}" dt="2020-08-31T09:32:16.761" v="27354" actId="478"/>
          <ac:picMkLst>
            <pc:docMk/>
            <pc:sldMk cId="2476000145" sldId="801"/>
            <ac:picMk id="2" creationId="{EE0A366E-F6FE-4105-A63E-613926673585}"/>
          </ac:picMkLst>
        </pc:picChg>
        <pc:picChg chg="add mod">
          <ac:chgData name="김 태환" userId="37bdad49bf29bd97" providerId="LiveId" clId="{D3DF9AA7-87D4-4521-97A8-27884D41F730}" dt="2020-08-31T11:03:01.624" v="27812" actId="1076"/>
          <ac:picMkLst>
            <pc:docMk/>
            <pc:sldMk cId="2476000145" sldId="801"/>
            <ac:picMk id="22" creationId="{AE34A535-3FCE-4759-8F68-D26D2A53E8F5}"/>
          </ac:picMkLst>
        </pc:picChg>
        <pc:cxnChg chg="del mod">
          <ac:chgData name="김 태환" userId="37bdad49bf29bd97" providerId="LiveId" clId="{D3DF9AA7-87D4-4521-97A8-27884D41F730}" dt="2020-08-31T09:32:23.680" v="27358" actId="478"/>
          <ac:cxnSpMkLst>
            <pc:docMk/>
            <pc:sldMk cId="2476000145" sldId="801"/>
            <ac:cxnSpMk id="14" creationId="{B80C9795-DE1B-48AA-ADB9-3D58995E36A6}"/>
          </ac:cxnSpMkLst>
        </pc:cxnChg>
        <pc:cxnChg chg="add del mod">
          <ac:chgData name="김 태환" userId="37bdad49bf29bd97" providerId="LiveId" clId="{D3DF9AA7-87D4-4521-97A8-27884D41F730}" dt="2020-08-31T10:01:42.939" v="27452"/>
          <ac:cxnSpMkLst>
            <pc:docMk/>
            <pc:sldMk cId="2476000145" sldId="801"/>
            <ac:cxnSpMk id="18" creationId="{F6D537C7-B1C2-4975-9448-D4577875AB67}"/>
          </ac:cxnSpMkLst>
        </pc:cxnChg>
        <pc:cxnChg chg="del mod">
          <ac:chgData name="김 태환" userId="37bdad49bf29bd97" providerId="LiveId" clId="{D3DF9AA7-87D4-4521-97A8-27884D41F730}" dt="2020-08-31T09:32:23.680" v="27358" actId="478"/>
          <ac:cxnSpMkLst>
            <pc:docMk/>
            <pc:sldMk cId="2476000145" sldId="801"/>
            <ac:cxnSpMk id="20" creationId="{D2542207-8E19-49A9-BEAF-DC552812034A}"/>
          </ac:cxnSpMkLst>
        </pc:cxnChg>
        <pc:cxnChg chg="add del mod">
          <ac:chgData name="김 태환" userId="37bdad49bf29bd97" providerId="LiveId" clId="{D3DF9AA7-87D4-4521-97A8-27884D41F730}" dt="2020-08-31T11:02:42.602" v="27804" actId="478"/>
          <ac:cxnSpMkLst>
            <pc:docMk/>
            <pc:sldMk cId="2476000145" sldId="801"/>
            <ac:cxnSpMk id="27" creationId="{1F9DA454-5B60-4CFD-B88A-062CE0F699BF}"/>
          </ac:cxnSpMkLst>
        </pc:cxnChg>
        <pc:cxnChg chg="add del mod">
          <ac:chgData name="김 태환" userId="37bdad49bf29bd97" providerId="LiveId" clId="{D3DF9AA7-87D4-4521-97A8-27884D41F730}" dt="2020-08-31T11:02:50.659" v="27809" actId="478"/>
          <ac:cxnSpMkLst>
            <pc:docMk/>
            <pc:sldMk cId="2476000145" sldId="801"/>
            <ac:cxnSpMk id="31" creationId="{EB24F4F3-2287-44BE-8B4E-3219D1056928}"/>
          </ac:cxnSpMkLst>
        </pc:cxnChg>
        <pc:cxnChg chg="add mod">
          <ac:chgData name="김 태환" userId="37bdad49bf29bd97" providerId="LiveId" clId="{D3DF9AA7-87D4-4521-97A8-27884D41F730}" dt="2020-08-31T11:03:23.820" v="27821" actId="14100"/>
          <ac:cxnSpMkLst>
            <pc:docMk/>
            <pc:sldMk cId="2476000145" sldId="801"/>
            <ac:cxnSpMk id="33" creationId="{D8A248EA-A6CA-41A6-BA55-299538DBE4FC}"/>
          </ac:cxnSpMkLst>
        </pc:cxnChg>
        <pc:cxnChg chg="add mod">
          <ac:chgData name="김 태환" userId="37bdad49bf29bd97" providerId="LiveId" clId="{D3DF9AA7-87D4-4521-97A8-27884D41F730}" dt="2020-08-31T11:03:39.142" v="27826" actId="14100"/>
          <ac:cxnSpMkLst>
            <pc:docMk/>
            <pc:sldMk cId="2476000145" sldId="801"/>
            <ac:cxnSpMk id="39" creationId="{773DAE88-D3A9-4241-80BF-38BE45E0EDA5}"/>
          </ac:cxnSpMkLst>
        </pc:cxnChg>
      </pc:sldChg>
      <pc:sldChg chg="addSp delSp modSp add del mod">
        <pc:chgData name="김 태환" userId="37bdad49bf29bd97" providerId="LiveId" clId="{D3DF9AA7-87D4-4521-97A8-27884D41F730}" dt="2020-08-31T10:06:10.755" v="27569" actId="2696"/>
        <pc:sldMkLst>
          <pc:docMk/>
          <pc:sldMk cId="763297053" sldId="802"/>
        </pc:sldMkLst>
        <pc:spChg chg="mod">
          <ac:chgData name="김 태환" userId="37bdad49bf29bd97" providerId="LiveId" clId="{D3DF9AA7-87D4-4521-97A8-27884D41F730}" dt="2020-08-31T10:04:26.435" v="27564" actId="1076"/>
          <ac:spMkLst>
            <pc:docMk/>
            <pc:sldMk cId="763297053" sldId="802"/>
            <ac:spMk id="5" creationId="{44D5E124-8D6E-4B60-8CE8-376A2672DABB}"/>
          </ac:spMkLst>
        </pc:spChg>
        <pc:spChg chg="add mod">
          <ac:chgData name="김 태환" userId="37bdad49bf29bd97" providerId="LiveId" clId="{D3DF9AA7-87D4-4521-97A8-27884D41F730}" dt="2020-08-31T10:06:02.379" v="27568" actId="1076"/>
          <ac:spMkLst>
            <pc:docMk/>
            <pc:sldMk cId="763297053" sldId="802"/>
            <ac:spMk id="6" creationId="{EDDA0C01-3CEF-470E-AE9B-4A06141808E1}"/>
          </ac:spMkLst>
        </pc:spChg>
        <pc:spChg chg="mod">
          <ac:chgData name="김 태환" userId="37bdad49bf29bd97" providerId="LiveId" clId="{D3DF9AA7-87D4-4521-97A8-27884D41F730}" dt="2020-08-31T09:33:08.673" v="27389" actId="20577"/>
          <ac:spMkLst>
            <pc:docMk/>
            <pc:sldMk cId="763297053" sldId="802"/>
            <ac:spMk id="7" creationId="{00000000-0000-0000-0000-000000000000}"/>
          </ac:spMkLst>
        </pc:spChg>
        <pc:spChg chg="add mod">
          <ac:chgData name="김 태환" userId="37bdad49bf29bd97" providerId="LiveId" clId="{D3DF9AA7-87D4-4521-97A8-27884D41F730}" dt="2020-08-31T10:06:02.379" v="27568" actId="1076"/>
          <ac:spMkLst>
            <pc:docMk/>
            <pc:sldMk cId="763297053" sldId="802"/>
            <ac:spMk id="10" creationId="{7DC4C2AE-7723-4B06-A0C7-89A29479EF2D}"/>
          </ac:spMkLst>
        </pc:spChg>
        <pc:spChg chg="del">
          <ac:chgData name="김 태환" userId="37bdad49bf29bd97" providerId="LiveId" clId="{D3DF9AA7-87D4-4521-97A8-27884D41F730}" dt="2020-08-31T09:32:59.955" v="27361" actId="478"/>
          <ac:spMkLst>
            <pc:docMk/>
            <pc:sldMk cId="763297053" sldId="802"/>
            <ac:spMk id="11" creationId="{80E5648B-F50A-4C07-B912-E45E9FC42D18}"/>
          </ac:spMkLst>
        </pc:spChg>
        <pc:spChg chg="add mod">
          <ac:chgData name="김 태환" userId="37bdad49bf29bd97" providerId="LiveId" clId="{D3DF9AA7-87D4-4521-97A8-27884D41F730}" dt="2020-08-31T10:06:02.379" v="27568" actId="1076"/>
          <ac:spMkLst>
            <pc:docMk/>
            <pc:sldMk cId="763297053" sldId="802"/>
            <ac:spMk id="14" creationId="{A1EE49F4-8539-4B96-9B88-3001C4AA7598}"/>
          </ac:spMkLst>
        </pc:spChg>
        <pc:spChg chg="del mod">
          <ac:chgData name="김 태환" userId="37bdad49bf29bd97" providerId="LiveId" clId="{D3DF9AA7-87D4-4521-97A8-27884D41F730}" dt="2020-08-31T09:59:07.498" v="27438" actId="478"/>
          <ac:spMkLst>
            <pc:docMk/>
            <pc:sldMk cId="763297053" sldId="802"/>
            <ac:spMk id="15" creationId="{B48AF403-3B82-4F9C-BCAB-3B3FAB9316C6}"/>
          </ac:spMkLst>
        </pc:spChg>
        <pc:spChg chg="add mod">
          <ac:chgData name="김 태환" userId="37bdad49bf29bd97" providerId="LiveId" clId="{D3DF9AA7-87D4-4521-97A8-27884D41F730}" dt="2020-08-31T10:06:02.379" v="27568" actId="1076"/>
          <ac:spMkLst>
            <pc:docMk/>
            <pc:sldMk cId="763297053" sldId="802"/>
            <ac:spMk id="17" creationId="{5DC3D0CD-8416-47D3-BF2B-B22837F61D15}"/>
          </ac:spMkLst>
        </pc:spChg>
        <pc:spChg chg="add mod">
          <ac:chgData name="김 태환" userId="37bdad49bf29bd97" providerId="LiveId" clId="{D3DF9AA7-87D4-4521-97A8-27884D41F730}" dt="2020-08-31T10:06:02.379" v="27568" actId="1076"/>
          <ac:spMkLst>
            <pc:docMk/>
            <pc:sldMk cId="763297053" sldId="802"/>
            <ac:spMk id="19" creationId="{59781C00-667D-4393-958A-DE5DB184B20A}"/>
          </ac:spMkLst>
        </pc:spChg>
        <pc:spChg chg="add mod">
          <ac:chgData name="김 태환" userId="37bdad49bf29bd97" providerId="LiveId" clId="{D3DF9AA7-87D4-4521-97A8-27884D41F730}" dt="2020-08-31T10:06:02.379" v="27568" actId="1076"/>
          <ac:spMkLst>
            <pc:docMk/>
            <pc:sldMk cId="763297053" sldId="802"/>
            <ac:spMk id="25" creationId="{08C58DD9-9E6F-49EB-810D-9039D7ECBA6A}"/>
          </ac:spMkLst>
        </pc:spChg>
        <pc:spChg chg="add mod">
          <ac:chgData name="김 태환" userId="37bdad49bf29bd97" providerId="LiveId" clId="{D3DF9AA7-87D4-4521-97A8-27884D41F730}" dt="2020-08-31T10:06:02.379" v="27568" actId="1076"/>
          <ac:spMkLst>
            <pc:docMk/>
            <pc:sldMk cId="763297053" sldId="802"/>
            <ac:spMk id="26" creationId="{80B7DDD3-1517-463F-AEE5-E05F190FDD6D}"/>
          </ac:spMkLst>
        </pc:spChg>
        <pc:spChg chg="add mod">
          <ac:chgData name="김 태환" userId="37bdad49bf29bd97" providerId="LiveId" clId="{D3DF9AA7-87D4-4521-97A8-27884D41F730}" dt="2020-08-31T10:06:02.379" v="27568" actId="1076"/>
          <ac:spMkLst>
            <pc:docMk/>
            <pc:sldMk cId="763297053" sldId="802"/>
            <ac:spMk id="32" creationId="{50133681-115F-4AB9-BD11-BD48BE27834E}"/>
          </ac:spMkLst>
        </pc:spChg>
        <pc:picChg chg="add mod">
          <ac:chgData name="김 태환" userId="37bdad49bf29bd97" providerId="LiveId" clId="{D3DF9AA7-87D4-4521-97A8-27884D41F730}" dt="2020-08-31T10:06:02.379" v="27568" actId="1076"/>
          <ac:picMkLst>
            <pc:docMk/>
            <pc:sldMk cId="763297053" sldId="802"/>
            <ac:picMk id="2" creationId="{ECD54D79-EEA2-45FD-A752-ECD582849299}"/>
          </ac:picMkLst>
        </pc:picChg>
        <pc:picChg chg="del">
          <ac:chgData name="김 태환" userId="37bdad49bf29bd97" providerId="LiveId" clId="{D3DF9AA7-87D4-4521-97A8-27884D41F730}" dt="2020-08-31T09:32:58.585" v="27360" actId="478"/>
          <ac:picMkLst>
            <pc:docMk/>
            <pc:sldMk cId="763297053" sldId="802"/>
            <ac:picMk id="9" creationId="{BC4737E9-4D0D-44D4-84C6-60F58F9CD52D}"/>
          </ac:picMkLst>
        </pc:picChg>
        <pc:cxnChg chg="add mod">
          <ac:chgData name="김 태환" userId="37bdad49bf29bd97" providerId="LiveId" clId="{D3DF9AA7-87D4-4521-97A8-27884D41F730}" dt="2020-08-31T10:06:02.379" v="27568" actId="1076"/>
          <ac:cxnSpMkLst>
            <pc:docMk/>
            <pc:sldMk cId="763297053" sldId="802"/>
            <ac:cxnSpMk id="18" creationId="{E0F6C419-04A7-40A2-B429-98AC4FD22B88}"/>
          </ac:cxnSpMkLst>
        </pc:cxnChg>
        <pc:cxnChg chg="add mod">
          <ac:chgData name="김 태환" userId="37bdad49bf29bd97" providerId="LiveId" clId="{D3DF9AA7-87D4-4521-97A8-27884D41F730}" dt="2020-08-31T10:06:02.379" v="27568" actId="1076"/>
          <ac:cxnSpMkLst>
            <pc:docMk/>
            <pc:sldMk cId="763297053" sldId="802"/>
            <ac:cxnSpMk id="27" creationId="{ED460730-8006-4109-A14B-AD20D2C72C60}"/>
          </ac:cxnSpMkLst>
        </pc:cxnChg>
      </pc:sldChg>
      <pc:sldChg chg="new del">
        <pc:chgData name="김 태환" userId="37bdad49bf29bd97" providerId="LiveId" clId="{D3DF9AA7-87D4-4521-97A8-27884D41F730}" dt="2020-08-31T09:26:38.559" v="27249" actId="47"/>
        <pc:sldMkLst>
          <pc:docMk/>
          <pc:sldMk cId="1444811852" sldId="802"/>
        </pc:sldMkLst>
      </pc:sldChg>
      <pc:sldChg chg="addSp delSp modSp add mod ord">
        <pc:chgData name="김 태환" userId="37bdad49bf29bd97" providerId="LiveId" clId="{D3DF9AA7-87D4-4521-97A8-27884D41F730}" dt="2020-08-31T11:02:01.074" v="27790" actId="1076"/>
        <pc:sldMkLst>
          <pc:docMk/>
          <pc:sldMk cId="3839327114" sldId="802"/>
        </pc:sldMkLst>
        <pc:spChg chg="mod">
          <ac:chgData name="김 태환" userId="37bdad49bf29bd97" providerId="LiveId" clId="{D3DF9AA7-87D4-4521-97A8-27884D41F730}" dt="2020-08-31T10:40:01.022" v="27786"/>
          <ac:spMkLst>
            <pc:docMk/>
            <pc:sldMk cId="3839327114" sldId="802"/>
            <ac:spMk id="5" creationId="{44D5E124-8D6E-4B60-8CE8-376A2672DABB}"/>
          </ac:spMkLst>
        </pc:spChg>
        <pc:spChg chg="mod">
          <ac:chgData name="김 태환" userId="37bdad49bf29bd97" providerId="LiveId" clId="{D3DF9AA7-87D4-4521-97A8-27884D41F730}" dt="2020-08-31T11:02:01.074" v="27790" actId="1076"/>
          <ac:spMkLst>
            <pc:docMk/>
            <pc:sldMk cId="3839327114" sldId="802"/>
            <ac:spMk id="6" creationId="{EDDA0C01-3CEF-470E-AE9B-4A06141808E1}"/>
          </ac:spMkLst>
        </pc:spChg>
        <pc:spChg chg="mod">
          <ac:chgData name="김 태환" userId="37bdad49bf29bd97" providerId="LiveId" clId="{D3DF9AA7-87D4-4521-97A8-27884D41F730}" dt="2020-08-31T11:02:01.074" v="27790" actId="1076"/>
          <ac:spMkLst>
            <pc:docMk/>
            <pc:sldMk cId="3839327114" sldId="802"/>
            <ac:spMk id="10" creationId="{7DC4C2AE-7723-4B06-A0C7-89A29479EF2D}"/>
          </ac:spMkLst>
        </pc:spChg>
        <pc:spChg chg="mod">
          <ac:chgData name="김 태환" userId="37bdad49bf29bd97" providerId="LiveId" clId="{D3DF9AA7-87D4-4521-97A8-27884D41F730}" dt="2020-08-31T11:02:01.074" v="27790" actId="1076"/>
          <ac:spMkLst>
            <pc:docMk/>
            <pc:sldMk cId="3839327114" sldId="802"/>
            <ac:spMk id="14" creationId="{A1EE49F4-8539-4B96-9B88-3001C4AA7598}"/>
          </ac:spMkLst>
        </pc:spChg>
        <pc:spChg chg="mod">
          <ac:chgData name="김 태환" userId="37bdad49bf29bd97" providerId="LiveId" clId="{D3DF9AA7-87D4-4521-97A8-27884D41F730}" dt="2020-08-31T11:02:01.074" v="27790" actId="1076"/>
          <ac:spMkLst>
            <pc:docMk/>
            <pc:sldMk cId="3839327114" sldId="802"/>
            <ac:spMk id="17" creationId="{5DC3D0CD-8416-47D3-BF2B-B22837F61D15}"/>
          </ac:spMkLst>
        </pc:spChg>
        <pc:spChg chg="mod">
          <ac:chgData name="김 태환" userId="37bdad49bf29bd97" providerId="LiveId" clId="{D3DF9AA7-87D4-4521-97A8-27884D41F730}" dt="2020-08-31T11:02:01.074" v="27790" actId="1076"/>
          <ac:spMkLst>
            <pc:docMk/>
            <pc:sldMk cId="3839327114" sldId="802"/>
            <ac:spMk id="19" creationId="{59781C00-667D-4393-958A-DE5DB184B20A}"/>
          </ac:spMkLst>
        </pc:spChg>
        <pc:spChg chg="mod">
          <ac:chgData name="김 태환" userId="37bdad49bf29bd97" providerId="LiveId" clId="{D3DF9AA7-87D4-4521-97A8-27884D41F730}" dt="2020-08-31T11:02:01.074" v="27790" actId="1076"/>
          <ac:spMkLst>
            <pc:docMk/>
            <pc:sldMk cId="3839327114" sldId="802"/>
            <ac:spMk id="25" creationId="{08C58DD9-9E6F-49EB-810D-9039D7ECBA6A}"/>
          </ac:spMkLst>
        </pc:spChg>
        <pc:spChg chg="mod">
          <ac:chgData name="김 태환" userId="37bdad49bf29bd97" providerId="LiveId" clId="{D3DF9AA7-87D4-4521-97A8-27884D41F730}" dt="2020-08-31T11:02:01.074" v="27790" actId="1076"/>
          <ac:spMkLst>
            <pc:docMk/>
            <pc:sldMk cId="3839327114" sldId="802"/>
            <ac:spMk id="26" creationId="{80B7DDD3-1517-463F-AEE5-E05F190FDD6D}"/>
          </ac:spMkLst>
        </pc:spChg>
        <pc:spChg chg="add del mod">
          <ac:chgData name="김 태환" userId="37bdad49bf29bd97" providerId="LiveId" clId="{D3DF9AA7-87D4-4521-97A8-27884D41F730}" dt="2020-08-31T11:02:01.074" v="27790" actId="1076"/>
          <ac:spMkLst>
            <pc:docMk/>
            <pc:sldMk cId="3839327114" sldId="802"/>
            <ac:spMk id="32" creationId="{50133681-115F-4AB9-BD11-BD48BE27834E}"/>
          </ac:spMkLst>
        </pc:spChg>
        <pc:picChg chg="mod">
          <ac:chgData name="김 태환" userId="37bdad49bf29bd97" providerId="LiveId" clId="{D3DF9AA7-87D4-4521-97A8-27884D41F730}" dt="2020-08-31T11:02:01.074" v="27790" actId="1076"/>
          <ac:picMkLst>
            <pc:docMk/>
            <pc:sldMk cId="3839327114" sldId="802"/>
            <ac:picMk id="2" creationId="{ECD54D79-EEA2-45FD-A752-ECD582849299}"/>
          </ac:picMkLst>
        </pc:picChg>
        <pc:cxnChg chg="mod">
          <ac:chgData name="김 태환" userId="37bdad49bf29bd97" providerId="LiveId" clId="{D3DF9AA7-87D4-4521-97A8-27884D41F730}" dt="2020-08-31T11:02:01.074" v="27790" actId="1076"/>
          <ac:cxnSpMkLst>
            <pc:docMk/>
            <pc:sldMk cId="3839327114" sldId="802"/>
            <ac:cxnSpMk id="18" creationId="{E0F6C419-04A7-40A2-B429-98AC4FD22B88}"/>
          </ac:cxnSpMkLst>
        </pc:cxnChg>
        <pc:cxnChg chg="add del mod">
          <ac:chgData name="김 태환" userId="37bdad49bf29bd97" providerId="LiveId" clId="{D3DF9AA7-87D4-4521-97A8-27884D41F730}" dt="2020-08-31T11:02:01.074" v="27790" actId="1076"/>
          <ac:cxnSpMkLst>
            <pc:docMk/>
            <pc:sldMk cId="3839327114" sldId="802"/>
            <ac:cxnSpMk id="20" creationId="{B6BAFF7D-8C76-4BB2-AF80-79117EAB21E9}"/>
          </ac:cxnSpMkLst>
        </pc:cxnChg>
        <pc:cxnChg chg="mod">
          <ac:chgData name="김 태환" userId="37bdad49bf29bd97" providerId="LiveId" clId="{D3DF9AA7-87D4-4521-97A8-27884D41F730}" dt="2020-08-31T11:02:01.074" v="27790" actId="1076"/>
          <ac:cxnSpMkLst>
            <pc:docMk/>
            <pc:sldMk cId="3839327114" sldId="802"/>
            <ac:cxnSpMk id="27" creationId="{ED460730-8006-4109-A14B-AD20D2C72C60}"/>
          </ac:cxnSpMkLst>
        </pc:cxnChg>
      </pc:sldChg>
      <pc:sldChg chg="new del">
        <pc:chgData name="김 태환" userId="37bdad49bf29bd97" providerId="LiveId" clId="{D3DF9AA7-87D4-4521-97A8-27884D41F730}" dt="2020-08-31T09:26:37.046" v="27248" actId="47"/>
        <pc:sldMkLst>
          <pc:docMk/>
          <pc:sldMk cId="71436083" sldId="803"/>
        </pc:sldMkLst>
      </pc:sldChg>
      <pc:sldChg chg="addSp delSp modSp add mod">
        <pc:chgData name="김 태환" userId="37bdad49bf29bd97" providerId="LiveId" clId="{D3DF9AA7-87D4-4521-97A8-27884D41F730}" dt="2020-08-31T11:07:00.483" v="28039" actId="20577"/>
        <pc:sldMkLst>
          <pc:docMk/>
          <pc:sldMk cId="679733973" sldId="803"/>
        </pc:sldMkLst>
        <pc:spChg chg="mod">
          <ac:chgData name="김 태환" userId="37bdad49bf29bd97" providerId="LiveId" clId="{D3DF9AA7-87D4-4521-97A8-27884D41F730}" dt="2020-08-31T11:05:44.438" v="27929" actId="14100"/>
          <ac:spMkLst>
            <pc:docMk/>
            <pc:sldMk cId="679733973" sldId="803"/>
            <ac:spMk id="23" creationId="{D9E050E3-460B-4261-85F2-108206445F8B}"/>
          </ac:spMkLst>
        </pc:spChg>
        <pc:spChg chg="mod">
          <ac:chgData name="김 태환" userId="37bdad49bf29bd97" providerId="LiveId" clId="{D3DF9AA7-87D4-4521-97A8-27884D41F730}" dt="2020-08-31T11:06:30.919" v="27937" actId="1076"/>
          <ac:spMkLst>
            <pc:docMk/>
            <pc:sldMk cId="679733973" sldId="803"/>
            <ac:spMk id="32" creationId="{A5A774F0-43FB-42CF-9D82-8EB2976DBC11}"/>
          </ac:spMkLst>
        </pc:spChg>
        <pc:spChg chg="mod">
          <ac:chgData name="김 태환" userId="37bdad49bf29bd97" providerId="LiveId" clId="{D3DF9AA7-87D4-4521-97A8-27884D41F730}" dt="2020-08-31T11:07:00.483" v="28039" actId="20577"/>
          <ac:spMkLst>
            <pc:docMk/>
            <pc:sldMk cId="679733973" sldId="803"/>
            <ac:spMk id="38" creationId="{F5544D45-A8B8-475E-A59E-EA929C595EF1}"/>
          </ac:spMkLst>
        </pc:spChg>
        <pc:spChg chg="mod">
          <ac:chgData name="김 태환" userId="37bdad49bf29bd97" providerId="LiveId" clId="{D3DF9AA7-87D4-4521-97A8-27884D41F730}" dt="2020-08-31T11:06:39.075" v="27939" actId="1076"/>
          <ac:spMkLst>
            <pc:docMk/>
            <pc:sldMk cId="679733973" sldId="803"/>
            <ac:spMk id="43" creationId="{288F6BDD-FFE4-494B-AE86-E81CC7B4260D}"/>
          </ac:spMkLst>
        </pc:spChg>
        <pc:spChg chg="mod">
          <ac:chgData name="김 태환" userId="37bdad49bf29bd97" providerId="LiveId" clId="{D3DF9AA7-87D4-4521-97A8-27884D41F730}" dt="2020-08-31T11:06:35.629" v="27938" actId="1076"/>
          <ac:spMkLst>
            <pc:docMk/>
            <pc:sldMk cId="679733973" sldId="803"/>
            <ac:spMk id="45" creationId="{80231602-4648-40B0-BC9A-5E8BE25C02B8}"/>
          </ac:spMkLst>
        </pc:spChg>
        <pc:picChg chg="add mod ord">
          <ac:chgData name="김 태환" userId="37bdad49bf29bd97" providerId="LiveId" clId="{D3DF9AA7-87D4-4521-97A8-27884D41F730}" dt="2020-08-31T11:05:40.178" v="27928" actId="167"/>
          <ac:picMkLst>
            <pc:docMk/>
            <pc:sldMk cId="679733973" sldId="803"/>
            <ac:picMk id="9" creationId="{113A2E03-3F06-4E8F-97B1-8A42B26CD0B6}"/>
          </ac:picMkLst>
        </pc:picChg>
        <pc:picChg chg="del">
          <ac:chgData name="김 태환" userId="37bdad49bf29bd97" providerId="LiveId" clId="{D3DF9AA7-87D4-4521-97A8-27884D41F730}" dt="2020-08-31T11:04:52.155" v="27920" actId="478"/>
          <ac:picMkLst>
            <pc:docMk/>
            <pc:sldMk cId="679733973" sldId="803"/>
            <ac:picMk id="22" creationId="{AE34A535-3FCE-4759-8F68-D26D2A53E8F5}"/>
          </ac:picMkLst>
        </pc:picChg>
        <pc:cxnChg chg="mod">
          <ac:chgData name="김 태환" userId="37bdad49bf29bd97" providerId="LiveId" clId="{D3DF9AA7-87D4-4521-97A8-27884D41F730}" dt="2020-08-31T11:06:30.919" v="27937" actId="1076"/>
          <ac:cxnSpMkLst>
            <pc:docMk/>
            <pc:sldMk cId="679733973" sldId="803"/>
            <ac:cxnSpMk id="33" creationId="{D8A248EA-A6CA-41A6-BA55-299538DBE4FC}"/>
          </ac:cxnSpMkLst>
        </pc:cxnChg>
        <pc:cxnChg chg="mod">
          <ac:chgData name="김 태환" userId="37bdad49bf29bd97" providerId="LiveId" clId="{D3DF9AA7-87D4-4521-97A8-27884D41F730}" dt="2020-08-31T11:06:30.919" v="27937" actId="1076"/>
          <ac:cxnSpMkLst>
            <pc:docMk/>
            <pc:sldMk cId="679733973" sldId="803"/>
            <ac:cxnSpMk id="39" creationId="{773DAE88-D3A9-4241-80BF-38BE45E0EDA5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263" cy="498475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50" y="2"/>
            <a:ext cx="2950263" cy="498475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r">
              <a:defRPr sz="1200"/>
            </a:lvl1pPr>
          </a:lstStyle>
          <a:p>
            <a:fld id="{83CD605C-ACF2-42C4-B97B-0AB20E910966}" type="datetimeFigureOut">
              <a:rPr lang="ko-KR" altLang="en-US" smtClean="0"/>
              <a:pPr/>
              <a:t>2020-10-09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40864"/>
            <a:ext cx="2950263" cy="498475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50" y="9440864"/>
            <a:ext cx="2950263" cy="498475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r">
              <a:defRPr sz="1200"/>
            </a:lvl1pPr>
          </a:lstStyle>
          <a:p>
            <a:fld id="{DA597A90-8A4B-4129-9B06-EA668BCA70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03666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3"/>
            <a:ext cx="2949787" cy="496967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40" y="3"/>
            <a:ext cx="2949787" cy="496967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r">
              <a:defRPr sz="1200"/>
            </a:lvl1pPr>
          </a:lstStyle>
          <a:p>
            <a:fld id="{4A0951E1-8D4E-4B4C-83BD-9F0DD6CD6A23}" type="datetimeFigureOut">
              <a:rPr lang="ko-KR" altLang="en-US" smtClean="0"/>
              <a:pPr/>
              <a:t>2020-10-09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6" rIns="91431" bIns="4571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2"/>
          </a:xfrm>
          <a:prstGeom prst="rect">
            <a:avLst/>
          </a:prstGeom>
        </p:spPr>
        <p:txBody>
          <a:bodyPr vert="horz" lIns="91431" tIns="45716" rIns="91431" bIns="45716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40649"/>
            <a:ext cx="2949787" cy="496967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40" y="9440649"/>
            <a:ext cx="2949787" cy="496967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r">
              <a:defRPr sz="1200"/>
            </a:lvl1pPr>
          </a:lstStyle>
          <a:p>
            <a:fld id="{7D29D14C-B286-4E57-A4B6-6605587AA77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426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52144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6072" algn="l" defTabSz="1152144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52144" algn="l" defTabSz="1152144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8216" algn="l" defTabSz="1152144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304288" algn="l" defTabSz="1152144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80360" algn="l" defTabSz="1152144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56432" algn="l" defTabSz="1152144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32504" algn="l" defTabSz="1152144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608576" algn="l" defTabSz="1152144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9D14C-B286-4E57-A4B6-6605587AA772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575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최종장(기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 flipV="1">
            <a:off x="200595" y="936476"/>
            <a:ext cx="13681521" cy="71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10713764" y="7426969"/>
            <a:ext cx="3284538" cy="422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871F4-3A6B-458D-8736-038D633638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693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10713764" y="7426969"/>
            <a:ext cx="3284538" cy="422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871F4-3A6B-458D-8736-038D633638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486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220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 flipV="1">
            <a:off x="200595" y="936476"/>
            <a:ext cx="13681521" cy="71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10713764" y="7426969"/>
            <a:ext cx="3284538" cy="422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871F4-3A6B-458D-8736-038D633638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556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10713764" y="7426969"/>
            <a:ext cx="3284538" cy="422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871F4-3A6B-458D-8736-038D6336388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직사각형 3"/>
          <p:cNvSpPr/>
          <p:nvPr userDrawn="1"/>
        </p:nvSpPr>
        <p:spPr>
          <a:xfrm>
            <a:off x="0" y="0"/>
            <a:ext cx="14082713" cy="72000"/>
          </a:xfrm>
          <a:prstGeom prst="rect">
            <a:avLst/>
          </a:prstGeom>
          <a:solidFill>
            <a:srgbClr val="00A48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 userDrawn="1"/>
        </p:nvSpPr>
        <p:spPr>
          <a:xfrm>
            <a:off x="-1" y="7849625"/>
            <a:ext cx="14082713" cy="72000"/>
          </a:xfrm>
          <a:prstGeom prst="rect">
            <a:avLst/>
          </a:prstGeom>
          <a:solidFill>
            <a:srgbClr val="00A48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032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5" r:id="rId2"/>
    <p:sldLayoutId id="2147483686" r:id="rId3"/>
    <p:sldLayoutId id="2147483687" r:id="rId4"/>
  </p:sldLayoutIdLst>
  <p:hf hdr="0" ftr="0" dt="0"/>
  <p:txStyles>
    <p:titleStyle>
      <a:lvl1pPr algn="ctr" defTabSz="1325426" rtl="0" eaLnBrk="1" latinLnBrk="1" hangingPunct="1">
        <a:spcBef>
          <a:spcPct val="0"/>
        </a:spcBef>
        <a:buNone/>
        <a:defRPr sz="63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7035" indent="-497035" algn="l" defTabSz="1325426" rtl="0" eaLnBrk="1" latinLnBrk="1" hangingPunct="1">
        <a:spcBef>
          <a:spcPct val="20000"/>
        </a:spcBef>
        <a:buFont typeface="Arial" pitchFamily="34" charset="0"/>
        <a:buChar char="•"/>
        <a:defRPr sz="4602" kern="1200">
          <a:solidFill>
            <a:schemeClr val="tx1"/>
          </a:solidFill>
          <a:latin typeface="+mn-lt"/>
          <a:ea typeface="+mn-ea"/>
          <a:cs typeface="+mn-cs"/>
        </a:defRPr>
      </a:lvl1pPr>
      <a:lvl2pPr marL="1076909" indent="-414196" algn="l" defTabSz="1325426" rtl="0" eaLnBrk="1" latinLnBrk="1" hangingPunct="1">
        <a:spcBef>
          <a:spcPct val="20000"/>
        </a:spcBef>
        <a:buFont typeface="Arial" pitchFamily="34" charset="0"/>
        <a:buChar char="–"/>
        <a:defRPr sz="4026" kern="1200">
          <a:solidFill>
            <a:schemeClr val="tx1"/>
          </a:solidFill>
          <a:latin typeface="+mn-lt"/>
          <a:ea typeface="+mn-ea"/>
          <a:cs typeface="+mn-cs"/>
        </a:defRPr>
      </a:lvl2pPr>
      <a:lvl3pPr marL="1656783" indent="-331357" algn="l" defTabSz="1325426" rtl="0" eaLnBrk="1" latinLnBrk="1" hangingPunct="1">
        <a:spcBef>
          <a:spcPct val="20000"/>
        </a:spcBef>
        <a:buFont typeface="Arial" pitchFamily="34" charset="0"/>
        <a:buChar char="•"/>
        <a:defRPr sz="3451" kern="1200">
          <a:solidFill>
            <a:schemeClr val="tx1"/>
          </a:solidFill>
          <a:latin typeface="+mn-lt"/>
          <a:ea typeface="+mn-ea"/>
          <a:cs typeface="+mn-cs"/>
        </a:defRPr>
      </a:lvl3pPr>
      <a:lvl4pPr marL="2319496" indent="-331357" algn="l" defTabSz="1325426" rtl="0" eaLnBrk="1" latinLnBrk="1" hangingPunct="1">
        <a:spcBef>
          <a:spcPct val="20000"/>
        </a:spcBef>
        <a:buFont typeface="Arial" pitchFamily="34" charset="0"/>
        <a:buChar char="–"/>
        <a:defRPr sz="2876" kern="1200">
          <a:solidFill>
            <a:schemeClr val="tx1"/>
          </a:solidFill>
          <a:latin typeface="+mn-lt"/>
          <a:ea typeface="+mn-ea"/>
          <a:cs typeface="+mn-cs"/>
        </a:defRPr>
      </a:lvl4pPr>
      <a:lvl5pPr marL="2982210" indent="-331357" algn="l" defTabSz="1325426" rtl="0" eaLnBrk="1" latinLnBrk="1" hangingPunct="1">
        <a:spcBef>
          <a:spcPct val="20000"/>
        </a:spcBef>
        <a:buFont typeface="Arial" pitchFamily="34" charset="0"/>
        <a:buChar char="»"/>
        <a:defRPr sz="2876" kern="1200">
          <a:solidFill>
            <a:schemeClr val="tx1"/>
          </a:solidFill>
          <a:latin typeface="+mn-lt"/>
          <a:ea typeface="+mn-ea"/>
          <a:cs typeface="+mn-cs"/>
        </a:defRPr>
      </a:lvl5pPr>
      <a:lvl6pPr marL="3644923" indent="-331357" algn="l" defTabSz="1325426" rtl="0" eaLnBrk="1" latinLnBrk="1" hangingPunct="1">
        <a:spcBef>
          <a:spcPct val="20000"/>
        </a:spcBef>
        <a:buFont typeface="Arial" pitchFamily="34" charset="0"/>
        <a:buChar char="•"/>
        <a:defRPr sz="2876" kern="1200">
          <a:solidFill>
            <a:schemeClr val="tx1"/>
          </a:solidFill>
          <a:latin typeface="+mn-lt"/>
          <a:ea typeface="+mn-ea"/>
          <a:cs typeface="+mn-cs"/>
        </a:defRPr>
      </a:lvl6pPr>
      <a:lvl7pPr marL="4307636" indent="-331357" algn="l" defTabSz="1325426" rtl="0" eaLnBrk="1" latinLnBrk="1" hangingPunct="1">
        <a:spcBef>
          <a:spcPct val="20000"/>
        </a:spcBef>
        <a:buFont typeface="Arial" pitchFamily="34" charset="0"/>
        <a:buChar char="•"/>
        <a:defRPr sz="2876" kern="1200">
          <a:solidFill>
            <a:schemeClr val="tx1"/>
          </a:solidFill>
          <a:latin typeface="+mn-lt"/>
          <a:ea typeface="+mn-ea"/>
          <a:cs typeface="+mn-cs"/>
        </a:defRPr>
      </a:lvl7pPr>
      <a:lvl8pPr marL="4970349" indent="-331357" algn="l" defTabSz="1325426" rtl="0" eaLnBrk="1" latinLnBrk="1" hangingPunct="1">
        <a:spcBef>
          <a:spcPct val="20000"/>
        </a:spcBef>
        <a:buFont typeface="Arial" pitchFamily="34" charset="0"/>
        <a:buChar char="•"/>
        <a:defRPr sz="2876" kern="1200">
          <a:solidFill>
            <a:schemeClr val="tx1"/>
          </a:solidFill>
          <a:latin typeface="+mn-lt"/>
          <a:ea typeface="+mn-ea"/>
          <a:cs typeface="+mn-cs"/>
        </a:defRPr>
      </a:lvl8pPr>
      <a:lvl9pPr marL="5633062" indent="-331357" algn="l" defTabSz="1325426" rtl="0" eaLnBrk="1" latinLnBrk="1" hangingPunct="1">
        <a:spcBef>
          <a:spcPct val="20000"/>
        </a:spcBef>
        <a:buFont typeface="Arial" pitchFamily="34" charset="0"/>
        <a:buChar char="•"/>
        <a:defRPr sz="28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325426" rtl="0" eaLnBrk="1" latinLnBrk="1" hangingPunct="1"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62713" algn="l" defTabSz="1325426" rtl="0" eaLnBrk="1" latinLnBrk="1" hangingPunct="1"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325426" algn="l" defTabSz="1325426" rtl="0" eaLnBrk="1" latinLnBrk="1" hangingPunct="1">
        <a:defRPr sz="2646" kern="1200">
          <a:solidFill>
            <a:schemeClr val="tx1"/>
          </a:solidFill>
          <a:latin typeface="+mn-lt"/>
          <a:ea typeface="+mn-ea"/>
          <a:cs typeface="+mn-cs"/>
        </a:defRPr>
      </a:lvl3pPr>
      <a:lvl4pPr marL="1988140" algn="l" defTabSz="1325426" rtl="0" eaLnBrk="1" latinLnBrk="1" hangingPunct="1">
        <a:defRPr sz="2646" kern="1200">
          <a:solidFill>
            <a:schemeClr val="tx1"/>
          </a:solidFill>
          <a:latin typeface="+mn-lt"/>
          <a:ea typeface="+mn-ea"/>
          <a:cs typeface="+mn-cs"/>
        </a:defRPr>
      </a:lvl4pPr>
      <a:lvl5pPr marL="2650853" algn="l" defTabSz="1325426" rtl="0" eaLnBrk="1" latinLnBrk="1" hangingPunct="1">
        <a:defRPr sz="2646" kern="1200">
          <a:solidFill>
            <a:schemeClr val="tx1"/>
          </a:solidFill>
          <a:latin typeface="+mn-lt"/>
          <a:ea typeface="+mn-ea"/>
          <a:cs typeface="+mn-cs"/>
        </a:defRPr>
      </a:lvl5pPr>
      <a:lvl6pPr marL="3313566" algn="l" defTabSz="1325426" rtl="0" eaLnBrk="1" latinLnBrk="1" hangingPunct="1">
        <a:defRPr sz="2646" kern="1200">
          <a:solidFill>
            <a:schemeClr val="tx1"/>
          </a:solidFill>
          <a:latin typeface="+mn-lt"/>
          <a:ea typeface="+mn-ea"/>
          <a:cs typeface="+mn-cs"/>
        </a:defRPr>
      </a:lvl6pPr>
      <a:lvl7pPr marL="3976279" algn="l" defTabSz="1325426" rtl="0" eaLnBrk="1" latinLnBrk="1" hangingPunct="1">
        <a:defRPr sz="2646" kern="1200">
          <a:solidFill>
            <a:schemeClr val="tx1"/>
          </a:solidFill>
          <a:latin typeface="+mn-lt"/>
          <a:ea typeface="+mn-ea"/>
          <a:cs typeface="+mn-cs"/>
        </a:defRPr>
      </a:lvl7pPr>
      <a:lvl8pPr marL="4638993" algn="l" defTabSz="1325426" rtl="0" eaLnBrk="1" latinLnBrk="1" hangingPunct="1">
        <a:defRPr sz="2646" kern="1200">
          <a:solidFill>
            <a:schemeClr val="tx1"/>
          </a:solidFill>
          <a:latin typeface="+mn-lt"/>
          <a:ea typeface="+mn-ea"/>
          <a:cs typeface="+mn-cs"/>
        </a:defRPr>
      </a:lvl8pPr>
      <a:lvl9pPr marL="5301706" algn="l" defTabSz="1325426" rtl="0" eaLnBrk="1" latinLnBrk="1" hangingPunct="1">
        <a:defRPr sz="26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gamedatatool.azurewebsites.net/publish/publish.htm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4653" y="2077506"/>
            <a:ext cx="125293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Game </a:t>
            </a:r>
            <a:r>
              <a:rPr lang="en-US" altLang="ko-KR" sz="66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Data Tool </a:t>
            </a:r>
            <a:r>
              <a:rPr lang="ko-KR" altLang="en-US" sz="6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사용 </a:t>
            </a:r>
            <a:r>
              <a:rPr lang="en-US" altLang="ko-KR" sz="66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GUIDE</a:t>
            </a:r>
            <a:endParaRPr lang="ko-KR" altLang="en-US" sz="6600" dirty="0">
              <a:solidFill>
                <a:srgbClr val="00FFCC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4653" y="3183915"/>
            <a:ext cx="12529391" cy="45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CFC344-6DA8-4592-9F50-463C29BAAD61}"/>
              </a:ext>
            </a:extLst>
          </p:cNvPr>
          <p:cNvSpPr txBox="1"/>
          <p:nvPr/>
        </p:nvSpPr>
        <p:spPr>
          <a:xfrm>
            <a:off x="704653" y="3240732"/>
            <a:ext cx="125293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2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2020</a:t>
            </a:r>
            <a:r>
              <a:rPr lang="ko-KR" altLang="en-US" sz="32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년 </a:t>
            </a:r>
            <a:r>
              <a:rPr lang="en-US" altLang="ko-KR" sz="32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10</a:t>
            </a:r>
            <a:r>
              <a:rPr lang="ko-KR" altLang="en-US" sz="32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월 </a:t>
            </a:r>
            <a:r>
              <a:rPr lang="en-US" altLang="ko-KR" sz="32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09</a:t>
            </a:r>
            <a:r>
              <a:rPr lang="ko-KR" altLang="en-US" sz="32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 </a:t>
            </a:r>
            <a:r>
              <a:rPr lang="en-US" altLang="ko-KR" sz="32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 v.1.0.1.0</a:t>
            </a:r>
            <a:r>
              <a:rPr lang="ko-KR" altLang="en-US" sz="32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32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  <a:endParaRPr lang="ko-KR" altLang="en-US" sz="32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58D50597-762C-4005-A3B1-89AF8B206D57}"/>
              </a:ext>
            </a:extLst>
          </p:cNvPr>
          <p:cNvSpPr txBox="1">
            <a:spLocks/>
          </p:cNvSpPr>
          <p:nvPr/>
        </p:nvSpPr>
        <p:spPr>
          <a:xfrm>
            <a:off x="13666091" y="7417196"/>
            <a:ext cx="410375" cy="422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1152144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76072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2144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8216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04288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80360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56432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32504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08576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55871F4-3A6B-458D-8736-038D63363888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6228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24732" y="1610672"/>
            <a:ext cx="777686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[ 1 ] </a:t>
            </a:r>
            <a:r>
              <a:rPr lang="en-US" altLang="ko-KR" sz="3200" dirty="0" err="1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gAme</a:t>
            </a:r>
            <a:r>
              <a:rPr lang="ko-KR" altLang="en-US" sz="32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32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Data</a:t>
            </a:r>
            <a:r>
              <a:rPr lang="ko-KR" altLang="en-US" sz="32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32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Tool</a:t>
            </a:r>
            <a:r>
              <a:rPr lang="ko-KR" altLang="en-US" sz="32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이란</a:t>
            </a:r>
            <a:endParaRPr lang="en-US" altLang="ko-KR" sz="3200" dirty="0">
              <a:solidFill>
                <a:srgbClr val="00FFCC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Arial" panose="020B0604020202020204" pitchFamily="34" charset="0"/>
              <a:buChar char="•"/>
            </a:pPr>
            <a:r>
              <a:rPr lang="en-US" altLang="ko-KR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Game Data Tool </a:t>
            </a: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 대한 간단한 소개 입니다</a:t>
            </a:r>
            <a:r>
              <a:rPr lang="en-US" altLang="ko-KR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pPr lvl="1"/>
            <a:endParaRPr lang="en-US" altLang="ko-KR" sz="2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lvl="1"/>
            <a:endParaRPr lang="en-US" altLang="ko-KR" sz="2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r>
              <a:rPr lang="en-US" altLang="ko-KR" sz="32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[ 2 ] Tool</a:t>
            </a:r>
            <a:r>
              <a:rPr lang="ko-KR" altLang="en-US" sz="32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시작 하기</a:t>
            </a:r>
          </a:p>
          <a:p>
            <a:pPr marL="918972" lvl="1" indent="-342900"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툴 </a:t>
            </a:r>
            <a:r>
              <a:rPr lang="ko-KR" altLang="en-US" sz="28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셋팅</a:t>
            </a: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에 대한 설명 입니다</a:t>
            </a:r>
            <a:r>
              <a:rPr lang="en-US" altLang="ko-KR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pPr marL="918972" lvl="1" indent="-342900"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기본 설치 </a:t>
            </a:r>
            <a:r>
              <a:rPr lang="ko-KR" altLang="en-US" sz="28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부터</a:t>
            </a: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DEFINE </a:t>
            </a: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설정 까지 설명 합니다</a:t>
            </a:r>
            <a:r>
              <a:rPr lang="en-US" altLang="ko-KR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pPr marL="918972" lvl="1" indent="-342900">
              <a:buFont typeface="Arial" panose="020B0604020202020204" pitchFamily="34" charset="0"/>
              <a:buChar char="•"/>
            </a:pPr>
            <a:endParaRPr lang="en-US" altLang="ko-KR" sz="2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Arial" panose="020B0604020202020204" pitchFamily="34" charset="0"/>
              <a:buChar char="•"/>
            </a:pPr>
            <a:endParaRPr lang="en-US" altLang="ko-KR" sz="2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r>
              <a:rPr lang="en-US" altLang="ko-KR" sz="32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[ 3 ] TOOL </a:t>
            </a:r>
            <a:r>
              <a:rPr lang="ko-KR" altLang="en-US" sz="32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사용 하기</a:t>
            </a:r>
            <a:endParaRPr lang="en-US" altLang="ko-KR" sz="3200" dirty="0">
              <a:solidFill>
                <a:srgbClr val="00FFCC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2" indent="-342900"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핵심 기능 리스트 제공 및 사용법을 설명 합니다</a:t>
            </a:r>
            <a:r>
              <a:rPr lang="en-US" altLang="ko-KR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pPr marL="918972" lvl="2" indent="-342900"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기타 기능 리스트 제공 및 사용법을 설명 합니다</a:t>
            </a:r>
            <a:r>
              <a:rPr lang="en-US" altLang="ko-KR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pPr marL="918972" lvl="2" indent="-342900">
              <a:buFont typeface="Arial" panose="020B0604020202020204" pitchFamily="34" charset="0"/>
              <a:buChar char="•"/>
            </a:pPr>
            <a:endParaRPr lang="en-US" altLang="ko-KR" sz="2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0596" y="129530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</a:t>
            </a:r>
            <a:r>
              <a:rPr lang="en-US" altLang="ko-KR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INDEX</a:t>
            </a:r>
            <a:endParaRPr lang="ko-KR" altLang="en-US" sz="40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52B157D9-6312-48D9-B513-16E3E18B8101}"/>
              </a:ext>
            </a:extLst>
          </p:cNvPr>
          <p:cNvSpPr txBox="1">
            <a:spLocks/>
          </p:cNvSpPr>
          <p:nvPr/>
        </p:nvSpPr>
        <p:spPr>
          <a:xfrm>
            <a:off x="13666091" y="7417196"/>
            <a:ext cx="410375" cy="422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1152144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76072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2144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8216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04288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80360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56432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32504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08576" algn="l" defTabSz="1152144" rtl="0" eaLnBrk="1" latinLnBrk="1" hangingPunct="1"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55871F4-3A6B-458D-8736-038D63363888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3454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3666091" y="7417196"/>
            <a:ext cx="410375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04653" y="2747774"/>
            <a:ext cx="125293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2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Game Data TOOL </a:t>
            </a:r>
            <a:r>
              <a:rPr lang="ko-KR" altLang="en-US" sz="32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 대한 간략한 소개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04653" y="2664668"/>
            <a:ext cx="12529391" cy="45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04653" y="1541495"/>
            <a:ext cx="125293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[ 1 ] </a:t>
            </a:r>
            <a:r>
              <a:rPr lang="en-US" altLang="ko-KR" sz="6600" dirty="0" err="1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gAme</a:t>
            </a:r>
            <a:r>
              <a:rPr lang="ko-KR" altLang="en-US" sz="66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66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Data</a:t>
            </a:r>
            <a:r>
              <a:rPr lang="ko-KR" altLang="en-US" sz="66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66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Tool</a:t>
            </a:r>
            <a:r>
              <a:rPr lang="ko-KR" altLang="en-US" sz="66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이란</a:t>
            </a:r>
            <a:endParaRPr lang="en-US" altLang="ko-KR" sz="6600" dirty="0">
              <a:solidFill>
                <a:srgbClr val="00FFCC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6938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1" y="7429749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</a:t>
            </a:r>
            <a:r>
              <a:rPr lang="en-US" altLang="ko-KR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Game</a:t>
            </a:r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Data</a:t>
            </a:r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Tool</a:t>
            </a:r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이란</a:t>
            </a:r>
            <a:r>
              <a:rPr lang="en-US" altLang="ko-KR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?</a:t>
            </a:r>
            <a:endParaRPr lang="ko-KR" altLang="en-US" sz="40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1136700" y="2592660"/>
            <a:ext cx="11470763" cy="4752528"/>
            <a:chOff x="663086" y="1880824"/>
            <a:chExt cx="12599078" cy="522000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535D7F5-7CF3-449E-88B5-46ECC14C9FEF}"/>
                </a:ext>
              </a:extLst>
            </p:cNvPr>
            <p:cNvSpPr txBox="1"/>
            <p:nvPr/>
          </p:nvSpPr>
          <p:spPr>
            <a:xfrm>
              <a:off x="663086" y="4845814"/>
              <a:ext cx="389352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solidFill>
                    <a:srgbClr val="F8E71D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For </a:t>
              </a:r>
              <a:r>
                <a:rPr lang="ko-KR" altLang="en-US" sz="2400" dirty="0">
                  <a:solidFill>
                    <a:srgbClr val="F8E71D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게임 디자이너</a:t>
              </a:r>
              <a:endParaRPr lang="en-US" altLang="ko-KR" sz="2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  <a:p>
              <a:pPr lvl="1" algn="ctr"/>
              <a:endPara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  <a:p>
              <a:pPr algn="ctr"/>
              <a:r>
                <a:rPr lang="ko-KR" altLang="en-US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게임 디자이너가 게임 제작에 필요한 </a:t>
              </a:r>
              <a:endPara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  <a:p>
              <a:pPr algn="ctr"/>
              <a:r>
                <a:rPr lang="ko-KR" altLang="en-US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각종 데이터들을</a:t>
              </a:r>
              <a:r>
                <a:rPr lang="en-US" altLang="ko-KR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</a:t>
              </a:r>
              <a:r>
                <a:rPr lang="ko-KR" altLang="en-US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쉽게 관리할 수 있게 하는 </a:t>
              </a:r>
              <a:endPara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  <a:p>
              <a:pPr algn="ctr"/>
              <a:r>
                <a:rPr lang="ko-KR" altLang="en-US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목적으로 제작 되었습니다</a:t>
              </a:r>
              <a:r>
                <a:rPr lang="en-US" altLang="ko-KR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.</a:t>
              </a:r>
            </a:p>
          </p:txBody>
        </p:sp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2743" y="2439976"/>
              <a:ext cx="1872208" cy="1872208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7805" y="2346240"/>
              <a:ext cx="1934039" cy="1934039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93911" y="2418307"/>
              <a:ext cx="1800200" cy="1800200"/>
            </a:xfrm>
            <a:prstGeom prst="rect">
              <a:avLst/>
            </a:prstGeom>
          </p:spPr>
        </p:pic>
        <p:sp>
          <p:nvSpPr>
            <p:cNvPr id="9" name="직사각형 8"/>
            <p:cNvSpPr/>
            <p:nvPr/>
          </p:nvSpPr>
          <p:spPr>
            <a:xfrm>
              <a:off x="10525860" y="4846498"/>
              <a:ext cx="2736304" cy="14465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2400" dirty="0">
                  <a:solidFill>
                    <a:srgbClr val="F8E71D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편의</a:t>
              </a:r>
              <a:endParaRPr lang="en-US" altLang="ko-KR" sz="2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  <a:p>
              <a:pPr algn="ctr"/>
              <a:endPara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  <a:p>
              <a:pPr algn="ctr"/>
              <a:r>
                <a:rPr lang="ko-KR" altLang="en-US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사용자를 입장을 고려한</a:t>
              </a:r>
              <a:endPara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  <a:p>
              <a:pPr algn="ctr"/>
              <a:r>
                <a:rPr lang="ko-KR" altLang="en-US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기타 각종 편의 기능들이 </a:t>
              </a:r>
              <a:endPara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  <a:p>
              <a:pPr algn="ctr"/>
              <a:r>
                <a:rPr lang="ko-KR" altLang="en-US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포함되어 있습니다</a:t>
              </a:r>
              <a:r>
                <a:rPr lang="en-US" altLang="ko-KR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.</a:t>
              </a: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5478626" y="4845814"/>
              <a:ext cx="3960440" cy="14465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2400" dirty="0">
                  <a:solidFill>
                    <a:srgbClr val="F8E71D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검증 </a:t>
              </a:r>
              <a:r>
                <a:rPr lang="en-US" altLang="ko-KR" sz="2400" dirty="0">
                  <a:solidFill>
                    <a:srgbClr val="F8E71D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/ </a:t>
              </a:r>
              <a:r>
                <a:rPr lang="ko-KR" altLang="en-US" sz="2400" dirty="0">
                  <a:solidFill>
                    <a:srgbClr val="F8E71D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비교 </a:t>
              </a:r>
              <a:r>
                <a:rPr lang="en-US" altLang="ko-KR" sz="2400" dirty="0">
                  <a:solidFill>
                    <a:srgbClr val="F8E71D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/ </a:t>
              </a:r>
              <a:r>
                <a:rPr lang="ko-KR" altLang="en-US" sz="2400" dirty="0">
                  <a:solidFill>
                    <a:srgbClr val="F8E71D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적용</a:t>
              </a:r>
              <a:endParaRPr lang="en-US" altLang="ko-KR" sz="2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  <a:p>
              <a:pPr algn="ctr"/>
              <a:endPara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  <a:p>
              <a:pPr algn="ctr"/>
              <a:r>
                <a:rPr lang="en-US" altLang="ko-KR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Excel</a:t>
              </a:r>
              <a:r>
                <a:rPr lang="ko-KR" altLang="en-US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데이터를 </a:t>
              </a:r>
              <a:r>
                <a:rPr lang="ko-KR" altLang="en-US" sz="16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파싱하여</a:t>
              </a:r>
              <a:endPara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  <a:p>
              <a:pPr algn="ctr"/>
              <a:r>
                <a:rPr lang="ko-KR" altLang="en-US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검증</a:t>
              </a:r>
              <a:r>
                <a:rPr lang="en-US" altLang="ko-KR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-&gt; </a:t>
              </a:r>
              <a:r>
                <a:rPr lang="ko-KR" altLang="en-US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비교</a:t>
              </a:r>
              <a:r>
                <a:rPr lang="en-US" altLang="ko-KR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-&gt;  </a:t>
              </a:r>
              <a:r>
                <a:rPr lang="ko-KR" altLang="en-US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추출 </a:t>
              </a:r>
              <a:r>
                <a:rPr lang="en-US" altLang="ko-KR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-&gt; </a:t>
              </a:r>
              <a:r>
                <a:rPr lang="ko-KR" altLang="en-US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</a:t>
              </a:r>
              <a:r>
                <a:rPr lang="ko-KR" altLang="en-US" sz="16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커밋</a:t>
              </a:r>
              <a:r>
                <a:rPr lang="ko-KR" altLang="en-US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</a:t>
              </a:r>
              <a:r>
                <a:rPr lang="en-US" altLang="ko-KR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( </a:t>
              </a:r>
              <a:r>
                <a:rPr lang="ko-KR" altLang="en-US" sz="16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서밋</a:t>
              </a:r>
              <a:r>
                <a:rPr lang="ko-KR" altLang="en-US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</a:t>
              </a:r>
              <a:r>
                <a:rPr lang="en-US" altLang="ko-KR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) </a:t>
              </a:r>
              <a:r>
                <a:rPr lang="ko-KR" altLang="en-US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까지의 </a:t>
              </a:r>
              <a:br>
                <a:rPr lang="en-US" altLang="ko-KR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</a:br>
              <a:r>
                <a:rPr lang="ko-KR" altLang="en-US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과정을 프로세스화 하여 진행 시켜줍니다</a:t>
              </a:r>
              <a:r>
                <a:rPr lang="en-US" altLang="ko-KR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.</a:t>
              </a:r>
            </a:p>
          </p:txBody>
        </p:sp>
        <p:cxnSp>
          <p:nvCxnSpPr>
            <p:cNvPr id="20" name="직선 연결선 19"/>
            <p:cNvCxnSpPr/>
            <p:nvPr/>
          </p:nvCxnSpPr>
          <p:spPr>
            <a:xfrm>
              <a:off x="9973496" y="1880824"/>
              <a:ext cx="0" cy="5220007"/>
            </a:xfrm>
            <a:prstGeom prst="line">
              <a:avLst/>
            </a:prstGeom>
            <a:ln>
              <a:solidFill>
                <a:srgbClr val="00A485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>
            <a:xfrm>
              <a:off x="5007571" y="1880824"/>
              <a:ext cx="0" cy="5220007"/>
            </a:xfrm>
            <a:prstGeom prst="line">
              <a:avLst/>
            </a:prstGeom>
            <a:ln>
              <a:solidFill>
                <a:srgbClr val="00A485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>
          <a:xfrm>
            <a:off x="1064692" y="1237282"/>
            <a:ext cx="118813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>
                <a:solidFill>
                  <a:srgbClr val="00A48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overwatch" panose="02020603020101020101" pitchFamily="18" charset="-127"/>
                <a:ea typeface="Koverwatch" panose="02020603020101020101" pitchFamily="18" charset="-127"/>
              </a:rPr>
              <a:t>험난한 데이터 작업</a:t>
            </a:r>
            <a:r>
              <a:rPr lang="en-US" altLang="ko-KR" sz="5400" dirty="0">
                <a:solidFill>
                  <a:srgbClr val="00A48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overwatch" panose="02020603020101020101" pitchFamily="18" charset="-127"/>
                <a:ea typeface="Koverwatch" panose="02020603020101020101" pitchFamily="18" charset="-127"/>
              </a:rPr>
              <a:t>, </a:t>
            </a:r>
            <a:r>
              <a:rPr lang="ko-KR" altLang="en-US" sz="5400" dirty="0">
                <a:solidFill>
                  <a:srgbClr val="00A48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overwatch" panose="02020603020101020101" pitchFamily="18" charset="-127"/>
                <a:ea typeface="Koverwatch" panose="02020603020101020101" pitchFamily="18" charset="-127"/>
              </a:rPr>
              <a:t>실수를 줄일 수 있도록 도와드립니다</a:t>
            </a:r>
            <a:r>
              <a:rPr lang="en-US" altLang="ko-KR" sz="5400" dirty="0">
                <a:solidFill>
                  <a:srgbClr val="00A48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  <a:endParaRPr lang="ko-KR" altLang="en-US" sz="5400" dirty="0">
              <a:solidFill>
                <a:srgbClr val="00A48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90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오른쪽 화살표 12"/>
          <p:cNvSpPr/>
          <p:nvPr/>
        </p:nvSpPr>
        <p:spPr>
          <a:xfrm>
            <a:off x="344612" y="4176836"/>
            <a:ext cx="13393487" cy="2755641"/>
          </a:xfrm>
          <a:prstGeom prst="rightArrow">
            <a:avLst/>
          </a:prstGeom>
          <a:solidFill>
            <a:srgbClr val="00A485">
              <a:alpha val="1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416620" y="-2951956"/>
            <a:ext cx="13177464" cy="2736304"/>
          </a:xfrm>
          <a:prstGeom prst="roundRect">
            <a:avLst>
              <a:gd name="adj" fmla="val 6163"/>
            </a:avLst>
          </a:prstGeom>
          <a:noFill/>
          <a:ln w="9525">
            <a:solidFill>
              <a:srgbClr val="00A485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867" y="7429772"/>
            <a:ext cx="417358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</a:t>
            </a:r>
            <a:r>
              <a:rPr lang="en-US" altLang="ko-KR" sz="40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tooL</a:t>
            </a:r>
            <a:r>
              <a:rPr lang="en-US" altLang="ko-KR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기본 동작 </a:t>
            </a:r>
            <a:r>
              <a:rPr lang="en-US" altLang="ko-KR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5</a:t>
            </a:r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단계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EA2926-F3F5-4E8E-B7D7-9CAC65C5118A}"/>
              </a:ext>
            </a:extLst>
          </p:cNvPr>
          <p:cNvSpPr/>
          <p:nvPr/>
        </p:nvSpPr>
        <p:spPr>
          <a:xfrm>
            <a:off x="560636" y="5011435"/>
            <a:ext cx="1937003" cy="578852"/>
          </a:xfrm>
          <a:prstGeom prst="rect">
            <a:avLst/>
          </a:prstGeom>
          <a:noFill/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2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로드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7A6A35-0FAA-4C3E-9C41-9A81C42A23CA}"/>
              </a:ext>
            </a:extLst>
          </p:cNvPr>
          <p:cNvSpPr/>
          <p:nvPr/>
        </p:nvSpPr>
        <p:spPr>
          <a:xfrm>
            <a:off x="3390950" y="5011435"/>
            <a:ext cx="1937003" cy="578852"/>
          </a:xfrm>
          <a:prstGeom prst="rect">
            <a:avLst/>
          </a:prstGeom>
          <a:noFill/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검증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BFB8A6-759F-4DE2-863D-4617725388CB}"/>
              </a:ext>
            </a:extLst>
          </p:cNvPr>
          <p:cNvSpPr/>
          <p:nvPr/>
        </p:nvSpPr>
        <p:spPr>
          <a:xfrm>
            <a:off x="6146877" y="5011435"/>
            <a:ext cx="1937003" cy="578852"/>
          </a:xfrm>
          <a:prstGeom prst="rect">
            <a:avLst/>
          </a:prstGeom>
          <a:noFill/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비교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3437C60-6AD8-4ED6-B341-E736DE67B115}"/>
              </a:ext>
            </a:extLst>
          </p:cNvPr>
          <p:cNvSpPr/>
          <p:nvPr/>
        </p:nvSpPr>
        <p:spPr>
          <a:xfrm>
            <a:off x="8970759" y="5011435"/>
            <a:ext cx="1937003" cy="578852"/>
          </a:xfrm>
          <a:prstGeom prst="rect">
            <a:avLst/>
          </a:prstGeom>
          <a:noFill/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추출</a:t>
            </a:r>
            <a:endParaRPr lang="en-US" altLang="ko-KR" sz="2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ADD8D4F-ED41-422B-91FF-EDFF7C85D241}"/>
              </a:ext>
            </a:extLst>
          </p:cNvPr>
          <p:cNvSpPr/>
          <p:nvPr/>
        </p:nvSpPr>
        <p:spPr>
          <a:xfrm>
            <a:off x="11801096" y="5011435"/>
            <a:ext cx="1937003" cy="578852"/>
          </a:xfrm>
          <a:prstGeom prst="rect">
            <a:avLst/>
          </a:prstGeom>
          <a:noFill/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</a:t>
            </a:r>
            <a:r>
              <a:rPr lang="ko-KR" altLang="en-US" sz="24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endParaRPr lang="ko-KR" altLang="en-US" sz="2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437" y="1872580"/>
            <a:ext cx="1704542" cy="170454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77060" y="1954943"/>
            <a:ext cx="80648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dirty="0">
                <a:solidFill>
                  <a:srgbClr val="00A48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overwatch" panose="02020603020101020101" pitchFamily="18" charset="-127"/>
                <a:ea typeface="Koverwatch" panose="02020603020101020101" pitchFamily="18" charset="-127"/>
              </a:rPr>
              <a:t>원하는 데이터를 편리하게 </a:t>
            </a:r>
            <a:endParaRPr lang="en-US" altLang="ko-KR" sz="4400" dirty="0">
              <a:solidFill>
                <a:srgbClr val="00A48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r>
              <a:rPr lang="ko-KR" altLang="en-US" sz="4400" dirty="0">
                <a:solidFill>
                  <a:srgbClr val="00A48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overwatch" panose="02020603020101020101" pitchFamily="18" charset="-127"/>
                <a:ea typeface="Koverwatch" panose="02020603020101020101" pitchFamily="18" charset="-127"/>
              </a:rPr>
              <a:t>검증하고 비교하고 추출하여 바로 적용 하세요</a:t>
            </a:r>
            <a:r>
              <a:rPr lang="en-US" altLang="ko-KR" sz="4400" dirty="0">
                <a:solidFill>
                  <a:srgbClr val="00A48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overwatch" panose="02020603020101020101" pitchFamily="18" charset="-127"/>
                <a:ea typeface="Koverwatch" panose="02020603020101020101" pitchFamily="18" charset="-127"/>
              </a:rPr>
              <a:t> !</a:t>
            </a:r>
            <a:endParaRPr lang="ko-KR" altLang="en-US" sz="4400" dirty="0">
              <a:solidFill>
                <a:srgbClr val="00A48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grpSp>
        <p:nvGrpSpPr>
          <p:cNvPr id="23" name="그룹 22"/>
          <p:cNvGrpSpPr/>
          <p:nvPr/>
        </p:nvGrpSpPr>
        <p:grpSpPr>
          <a:xfrm>
            <a:off x="1346287" y="4651395"/>
            <a:ext cx="365700" cy="360040"/>
            <a:chOff x="416620" y="2952700"/>
            <a:chExt cx="365700" cy="360040"/>
          </a:xfrm>
        </p:grpSpPr>
        <p:sp>
          <p:nvSpPr>
            <p:cNvPr id="17" name="타원 16"/>
            <p:cNvSpPr/>
            <p:nvPr/>
          </p:nvSpPr>
          <p:spPr>
            <a:xfrm>
              <a:off x="416620" y="2962860"/>
              <a:ext cx="365700" cy="288032"/>
            </a:xfrm>
            <a:prstGeom prst="ellipse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Koverwatch" panose="02020603020101020101" pitchFamily="18" charset="-127"/>
                  <a:ea typeface="Koverwatch" panose="02020603020101020101" pitchFamily="18" charset="-127"/>
                </a:rPr>
                <a:t>1</a:t>
              </a:r>
              <a:endParaRPr lang="ko-KR" altLang="en-US" sz="2400" dirty="0"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  <p:sp>
          <p:nvSpPr>
            <p:cNvPr id="22" name="모서리가 둥근 직사각형 21"/>
            <p:cNvSpPr/>
            <p:nvPr/>
          </p:nvSpPr>
          <p:spPr>
            <a:xfrm>
              <a:off x="416620" y="2952700"/>
              <a:ext cx="360040" cy="360040"/>
            </a:xfrm>
            <a:prstGeom prst="roundRect">
              <a:avLst/>
            </a:prstGeom>
            <a:noFill/>
            <a:ln>
              <a:solidFill>
                <a:srgbClr val="00A4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4176601" y="4651395"/>
            <a:ext cx="365700" cy="360040"/>
            <a:chOff x="416620" y="2952700"/>
            <a:chExt cx="365700" cy="360040"/>
          </a:xfrm>
        </p:grpSpPr>
        <p:sp>
          <p:nvSpPr>
            <p:cNvPr id="25" name="타원 24"/>
            <p:cNvSpPr/>
            <p:nvPr/>
          </p:nvSpPr>
          <p:spPr>
            <a:xfrm>
              <a:off x="416620" y="2962860"/>
              <a:ext cx="365700" cy="288032"/>
            </a:xfrm>
            <a:prstGeom prst="ellipse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Koverwatch" panose="02020603020101020101" pitchFamily="18" charset="-127"/>
                  <a:ea typeface="Koverwatch" panose="02020603020101020101" pitchFamily="18" charset="-127"/>
                </a:rPr>
                <a:t>2</a:t>
              </a:r>
              <a:endParaRPr lang="ko-KR" altLang="en-US" sz="2400" dirty="0"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  <p:sp>
          <p:nvSpPr>
            <p:cNvPr id="26" name="모서리가 둥근 직사각형 25"/>
            <p:cNvSpPr/>
            <p:nvPr/>
          </p:nvSpPr>
          <p:spPr>
            <a:xfrm>
              <a:off x="416620" y="2952700"/>
              <a:ext cx="360040" cy="360040"/>
            </a:xfrm>
            <a:prstGeom prst="roundRect">
              <a:avLst/>
            </a:prstGeom>
            <a:noFill/>
            <a:ln>
              <a:solidFill>
                <a:srgbClr val="00A4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6932528" y="4651395"/>
            <a:ext cx="365700" cy="360040"/>
            <a:chOff x="416620" y="2952700"/>
            <a:chExt cx="365700" cy="360040"/>
          </a:xfrm>
        </p:grpSpPr>
        <p:sp>
          <p:nvSpPr>
            <p:cNvPr id="28" name="타원 27"/>
            <p:cNvSpPr/>
            <p:nvPr/>
          </p:nvSpPr>
          <p:spPr>
            <a:xfrm>
              <a:off x="416620" y="2962860"/>
              <a:ext cx="365700" cy="288032"/>
            </a:xfrm>
            <a:prstGeom prst="ellipse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Koverwatch" panose="02020603020101020101" pitchFamily="18" charset="-127"/>
                  <a:ea typeface="Koverwatch" panose="02020603020101020101" pitchFamily="18" charset="-127"/>
                </a:rPr>
                <a:t>3</a:t>
              </a:r>
              <a:endParaRPr lang="ko-KR" altLang="en-US" sz="2400" dirty="0"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  <p:sp>
          <p:nvSpPr>
            <p:cNvPr id="29" name="모서리가 둥근 직사각형 28"/>
            <p:cNvSpPr/>
            <p:nvPr/>
          </p:nvSpPr>
          <p:spPr>
            <a:xfrm>
              <a:off x="416620" y="2952700"/>
              <a:ext cx="360040" cy="360040"/>
            </a:xfrm>
            <a:prstGeom prst="roundRect">
              <a:avLst/>
            </a:prstGeom>
            <a:noFill/>
            <a:ln>
              <a:solidFill>
                <a:srgbClr val="00A4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9756410" y="4651395"/>
            <a:ext cx="365700" cy="360040"/>
            <a:chOff x="416620" y="2952700"/>
            <a:chExt cx="365700" cy="360040"/>
          </a:xfrm>
        </p:grpSpPr>
        <p:sp>
          <p:nvSpPr>
            <p:cNvPr id="31" name="타원 30"/>
            <p:cNvSpPr/>
            <p:nvPr/>
          </p:nvSpPr>
          <p:spPr>
            <a:xfrm>
              <a:off x="416620" y="2962860"/>
              <a:ext cx="365700" cy="288032"/>
            </a:xfrm>
            <a:prstGeom prst="ellipse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Koverwatch" panose="02020603020101020101" pitchFamily="18" charset="-127"/>
                  <a:ea typeface="Koverwatch" panose="02020603020101020101" pitchFamily="18" charset="-127"/>
                </a:rPr>
                <a:t>4</a:t>
              </a:r>
              <a:endParaRPr lang="ko-KR" altLang="en-US" sz="2400" dirty="0"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  <p:sp>
          <p:nvSpPr>
            <p:cNvPr id="32" name="모서리가 둥근 직사각형 31"/>
            <p:cNvSpPr/>
            <p:nvPr/>
          </p:nvSpPr>
          <p:spPr>
            <a:xfrm>
              <a:off x="416620" y="2952700"/>
              <a:ext cx="360040" cy="360040"/>
            </a:xfrm>
            <a:prstGeom prst="roundRect">
              <a:avLst/>
            </a:prstGeom>
            <a:noFill/>
            <a:ln>
              <a:solidFill>
                <a:srgbClr val="00A4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12586747" y="4651395"/>
            <a:ext cx="365700" cy="360040"/>
            <a:chOff x="416620" y="2952700"/>
            <a:chExt cx="365700" cy="360040"/>
          </a:xfrm>
        </p:grpSpPr>
        <p:sp>
          <p:nvSpPr>
            <p:cNvPr id="34" name="타원 33"/>
            <p:cNvSpPr/>
            <p:nvPr/>
          </p:nvSpPr>
          <p:spPr>
            <a:xfrm>
              <a:off x="416620" y="2962860"/>
              <a:ext cx="365700" cy="288032"/>
            </a:xfrm>
            <a:prstGeom prst="ellipse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Koverwatch" panose="02020603020101020101" pitchFamily="18" charset="-127"/>
                  <a:ea typeface="Koverwatch" panose="02020603020101020101" pitchFamily="18" charset="-127"/>
                </a:rPr>
                <a:t>5</a:t>
              </a:r>
              <a:endParaRPr lang="ko-KR" altLang="en-US" sz="2400" dirty="0"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  <p:sp>
          <p:nvSpPr>
            <p:cNvPr id="35" name="모서리가 둥근 직사각형 34"/>
            <p:cNvSpPr/>
            <p:nvPr/>
          </p:nvSpPr>
          <p:spPr>
            <a:xfrm>
              <a:off x="416620" y="2952700"/>
              <a:ext cx="360040" cy="360040"/>
            </a:xfrm>
            <a:prstGeom prst="roundRect">
              <a:avLst/>
            </a:prstGeom>
            <a:noFill/>
            <a:ln>
              <a:solidFill>
                <a:srgbClr val="00A4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697439" y="5767401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원하는 데이터를 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로드 하세요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40267" y="5767402"/>
            <a:ext cx="24327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 문제가 없는지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검증된 내용을 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 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를 통해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직접 확인 해보세요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14018" y="5767402"/>
            <a:ext cx="21970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수정된 데이터의 내용을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 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를 통해 직접 비교하여 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확인 해보세요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039160" y="5767402"/>
            <a:ext cx="18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수정된 데이터 또는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원하는 데이터 버전을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추출하세요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66667" y="5767402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추출된 데이터를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적용 하세요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42" name="직선 연결선 41"/>
          <p:cNvCxnSpPr/>
          <p:nvPr/>
        </p:nvCxnSpPr>
        <p:spPr>
          <a:xfrm>
            <a:off x="2936900" y="4582175"/>
            <a:ext cx="0" cy="2016224"/>
          </a:xfrm>
          <a:prstGeom prst="line">
            <a:avLst/>
          </a:prstGeom>
          <a:ln>
            <a:solidFill>
              <a:srgbClr val="00A48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>
            <a:off x="5730900" y="4582175"/>
            <a:ext cx="0" cy="2016224"/>
          </a:xfrm>
          <a:prstGeom prst="line">
            <a:avLst/>
          </a:prstGeom>
          <a:ln>
            <a:solidFill>
              <a:srgbClr val="00A48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8555380" y="4582175"/>
            <a:ext cx="0" cy="2016224"/>
          </a:xfrm>
          <a:prstGeom prst="line">
            <a:avLst/>
          </a:prstGeom>
          <a:ln>
            <a:solidFill>
              <a:srgbClr val="00A48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11405260" y="4582175"/>
            <a:ext cx="0" cy="2016224"/>
          </a:xfrm>
          <a:prstGeom prst="line">
            <a:avLst/>
          </a:prstGeom>
          <a:ln>
            <a:solidFill>
              <a:srgbClr val="00A48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205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0861FCF2-B169-49D4-AF4B-9656D2179B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59"/>
          <a:stretch/>
        </p:blipFill>
        <p:spPr>
          <a:xfrm>
            <a:off x="2216820" y="2129059"/>
            <a:ext cx="9848174" cy="5194026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738099" y="7417196"/>
            <a:ext cx="344613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기본 동작 미리 보기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488628" y="1349092"/>
            <a:ext cx="13177463" cy="578852"/>
            <a:chOff x="1110005" y="2448644"/>
            <a:chExt cx="11733899" cy="57885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4EA2926-F3F5-4E8E-B7D7-9CAC65C5118A}"/>
                </a:ext>
              </a:extLst>
            </p:cNvPr>
            <p:cNvSpPr/>
            <p:nvPr/>
          </p:nvSpPr>
          <p:spPr>
            <a:xfrm>
              <a:off x="1110005" y="2448644"/>
              <a:ext cx="1724808" cy="57885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952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rgbClr val="F8E71D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1. Excel </a:t>
              </a:r>
              <a:r>
                <a:rPr lang="ko-KR" altLang="en-US" sz="2000" dirty="0">
                  <a:solidFill>
                    <a:srgbClr val="F8E71D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데이터 로드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87A6A35-0FAA-4C3E-9C41-9A81C42A23CA}"/>
                </a:ext>
              </a:extLst>
            </p:cNvPr>
            <p:cNvSpPr/>
            <p:nvPr/>
          </p:nvSpPr>
          <p:spPr>
            <a:xfrm>
              <a:off x="3630264" y="2448644"/>
              <a:ext cx="1724808" cy="57885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952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rgbClr val="F8E71D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2. </a:t>
              </a:r>
              <a:r>
                <a:rPr lang="ko-KR" altLang="en-US" sz="2000" dirty="0">
                  <a:solidFill>
                    <a:srgbClr val="F8E71D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데이터 검증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7BFB8A6-759F-4DE2-863D-4617725388CB}"/>
                </a:ext>
              </a:extLst>
            </p:cNvPr>
            <p:cNvSpPr/>
            <p:nvPr/>
          </p:nvSpPr>
          <p:spPr>
            <a:xfrm>
              <a:off x="6084285" y="2448644"/>
              <a:ext cx="1724808" cy="57885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952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rgbClr val="F8E71D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3. </a:t>
              </a:r>
              <a:r>
                <a:rPr lang="ko-KR" altLang="en-US" sz="2000" dirty="0">
                  <a:solidFill>
                    <a:srgbClr val="F8E71D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데이터 비교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3437C60-6AD8-4ED6-B341-E736DE67B115}"/>
                </a:ext>
              </a:extLst>
            </p:cNvPr>
            <p:cNvSpPr/>
            <p:nvPr/>
          </p:nvSpPr>
          <p:spPr>
            <a:xfrm>
              <a:off x="8598816" y="2448644"/>
              <a:ext cx="1724808" cy="57885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952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rgbClr val="F8E71D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4. </a:t>
              </a:r>
              <a:r>
                <a:rPr lang="ko-KR" altLang="en-US" sz="2000" dirty="0">
                  <a:solidFill>
                    <a:srgbClr val="F8E71D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데이터 추출</a:t>
              </a:r>
              <a:endPara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ADD8D4F-ED41-422B-91FF-EDFF7C85D241}"/>
                </a:ext>
              </a:extLst>
            </p:cNvPr>
            <p:cNvSpPr/>
            <p:nvPr/>
          </p:nvSpPr>
          <p:spPr>
            <a:xfrm>
              <a:off x="11119096" y="2448644"/>
              <a:ext cx="1724808" cy="57885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952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rgbClr val="F8E71D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5. </a:t>
              </a:r>
              <a:r>
                <a:rPr lang="ko-KR" altLang="en-US" sz="2000" dirty="0">
                  <a:solidFill>
                    <a:srgbClr val="F8E71D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데이터 </a:t>
              </a:r>
              <a:r>
                <a:rPr lang="ko-KR" altLang="en-US" sz="2000" dirty="0" err="1">
                  <a:solidFill>
                    <a:srgbClr val="F8E71D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커밋</a:t>
              </a:r>
              <a:endPara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  <p:sp>
          <p:nvSpPr>
            <p:cNvPr id="34" name="오른쪽 화살표 33"/>
            <p:cNvSpPr/>
            <p:nvPr/>
          </p:nvSpPr>
          <p:spPr>
            <a:xfrm>
              <a:off x="3106042" y="2558050"/>
              <a:ext cx="360040" cy="360040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오른쪽 화살표 34"/>
            <p:cNvSpPr/>
            <p:nvPr/>
          </p:nvSpPr>
          <p:spPr>
            <a:xfrm>
              <a:off x="5549935" y="2558050"/>
              <a:ext cx="360040" cy="360040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오른쪽 화살표 35"/>
            <p:cNvSpPr/>
            <p:nvPr/>
          </p:nvSpPr>
          <p:spPr>
            <a:xfrm>
              <a:off x="8022752" y="2558050"/>
              <a:ext cx="360040" cy="360040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오른쪽 화살표 36"/>
            <p:cNvSpPr/>
            <p:nvPr/>
          </p:nvSpPr>
          <p:spPr>
            <a:xfrm>
              <a:off x="10558229" y="2558050"/>
              <a:ext cx="360040" cy="360040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8" name="순서도: 연결자 37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5970476" y="2399350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1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42" name="순서도: 연결자 41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5143709" y="3407205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2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44" name="순서도: 연결자 43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9417620" y="2817924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4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46" name="순서도: 연결자 45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8913564" y="3096716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3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48" name="순서도: 연결자 47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10641756" y="2817924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5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cxnSp>
        <p:nvCxnSpPr>
          <p:cNvPr id="9" name="꺾인 연결선 8"/>
          <p:cNvCxnSpPr>
            <a:stCxn id="17" idx="2"/>
            <a:endCxn id="5" idx="2"/>
          </p:cNvCxnSpPr>
          <p:nvPr/>
        </p:nvCxnSpPr>
        <p:spPr>
          <a:xfrm rot="5400000">
            <a:off x="7077360" y="-3692286"/>
            <a:ext cx="12700" cy="11240460"/>
          </a:xfrm>
          <a:prstGeom prst="bentConnector3">
            <a:avLst>
              <a:gd name="adj1" fmla="val 43840000"/>
            </a:avLst>
          </a:prstGeom>
          <a:ln>
            <a:solidFill>
              <a:srgbClr val="F8E71D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316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B7690AD-42FD-4804-B05B-881CB070BA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488"/>
          <a:stretch/>
        </p:blipFill>
        <p:spPr>
          <a:xfrm>
            <a:off x="1269856" y="2088604"/>
            <a:ext cx="4301240" cy="5718968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738099" y="7417196"/>
            <a:ext cx="344613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기본 동작 미리 보기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EA2926-F3F5-4E8E-B7D7-9CAC65C5118A}"/>
              </a:ext>
            </a:extLst>
          </p:cNvPr>
          <p:cNvSpPr/>
          <p:nvPr/>
        </p:nvSpPr>
        <p:spPr>
          <a:xfrm>
            <a:off x="1326029" y="1365736"/>
            <a:ext cx="1724808" cy="57885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로드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87A6A35-0FAA-4C3E-9C41-9A81C42A23CA}"/>
              </a:ext>
            </a:extLst>
          </p:cNvPr>
          <p:cNvSpPr/>
          <p:nvPr/>
        </p:nvSpPr>
        <p:spPr>
          <a:xfrm>
            <a:off x="3846288" y="1365736"/>
            <a:ext cx="1724808" cy="5788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검증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BFB8A6-759F-4DE2-863D-4617725388CB}"/>
              </a:ext>
            </a:extLst>
          </p:cNvPr>
          <p:cNvSpPr/>
          <p:nvPr/>
        </p:nvSpPr>
        <p:spPr>
          <a:xfrm>
            <a:off x="6300309" y="1365736"/>
            <a:ext cx="1724808" cy="5788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비교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3437C60-6AD8-4ED6-B341-E736DE67B115}"/>
              </a:ext>
            </a:extLst>
          </p:cNvPr>
          <p:cNvSpPr/>
          <p:nvPr/>
        </p:nvSpPr>
        <p:spPr>
          <a:xfrm>
            <a:off x="8814840" y="1365736"/>
            <a:ext cx="1724808" cy="5788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추출</a:t>
            </a:r>
            <a:endParaRPr lang="en-US" altLang="ko-KR" sz="2000" dirty="0">
              <a:solidFill>
                <a:schemeClr val="bg1">
                  <a:lumMod val="8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ADD8D4F-ED41-422B-91FF-EDFF7C85D241}"/>
              </a:ext>
            </a:extLst>
          </p:cNvPr>
          <p:cNvSpPr/>
          <p:nvPr/>
        </p:nvSpPr>
        <p:spPr>
          <a:xfrm>
            <a:off x="11335120" y="1365736"/>
            <a:ext cx="1724808" cy="5788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</a:t>
            </a:r>
            <a:r>
              <a:rPr lang="ko-KR" altLang="en-US" sz="2000" dirty="0" err="1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7113364" y="2708887"/>
            <a:ext cx="5955977" cy="194903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1 ) Game DATA Tool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설정에 설정된 </a:t>
            </a:r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Excel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디렉토리에서 데이터를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로드합니다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2)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브렌치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기능을 선택할 수 있습니다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 </a:t>
            </a:r>
          </a:p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선택된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브렌치의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데이터만 로드 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9A34740-0977-458A-A9DC-6A681BC4310A}"/>
              </a:ext>
            </a:extLst>
          </p:cNvPr>
          <p:cNvSpPr/>
          <p:nvPr/>
        </p:nvSpPr>
        <p:spPr>
          <a:xfrm>
            <a:off x="7113364" y="5089970"/>
            <a:ext cx="5946564" cy="194903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1 )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로드된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 중 추출할 데이터를 선택합니다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 </a:t>
            </a:r>
          </a:p>
          <a:p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2 ) [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모두 체크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버튼으로 일괄 선택 할 수 있습니다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0AF6D6F-691A-40AB-82FD-2502EDED815E}"/>
              </a:ext>
            </a:extLst>
          </p:cNvPr>
          <p:cNvSpPr/>
          <p:nvPr/>
        </p:nvSpPr>
        <p:spPr>
          <a:xfrm>
            <a:off x="1296800" y="2422521"/>
            <a:ext cx="3728332" cy="242147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1280716" y="2980215"/>
            <a:ext cx="3240360" cy="1188000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30" name="순서도: 연결자 29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3892297" y="2304628"/>
            <a:ext cx="278792" cy="278792"/>
          </a:xfrm>
          <a:prstGeom prst="flowChartConnector">
            <a:avLst/>
          </a:prstGeom>
          <a:solidFill>
            <a:srgbClr val="00FFCC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1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31" name="순서도: 연결자 30">
            <a:extLst>
              <a:ext uri="{FF2B5EF4-FFF2-40B4-BE49-F238E27FC236}">
                <a16:creationId xmlns:a16="http://schemas.microsoft.com/office/drawing/2014/main" id="{F7772856-73A7-49D8-8031-58EA2884714B}"/>
              </a:ext>
            </a:extLst>
          </p:cNvPr>
          <p:cNvSpPr/>
          <p:nvPr/>
        </p:nvSpPr>
        <p:spPr>
          <a:xfrm>
            <a:off x="1166192" y="2304628"/>
            <a:ext cx="278792" cy="278792"/>
          </a:xfrm>
          <a:prstGeom prst="flowChartConnector">
            <a:avLst/>
          </a:prstGeom>
          <a:solidFill>
            <a:srgbClr val="00FFCC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2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32" name="순서도: 연결자 31">
            <a:extLst>
              <a:ext uri="{FF2B5EF4-FFF2-40B4-BE49-F238E27FC236}">
                <a16:creationId xmlns:a16="http://schemas.microsoft.com/office/drawing/2014/main" id="{47BF1575-B9C2-42EB-9799-54D37262E58B}"/>
              </a:ext>
            </a:extLst>
          </p:cNvPr>
          <p:cNvSpPr/>
          <p:nvPr/>
        </p:nvSpPr>
        <p:spPr>
          <a:xfrm>
            <a:off x="3450196" y="2940616"/>
            <a:ext cx="278792" cy="278792"/>
          </a:xfrm>
          <a:prstGeom prst="flowChartConnector">
            <a:avLst/>
          </a:prstGeom>
          <a:solidFill>
            <a:srgbClr val="00FFCC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2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33" name="순서도: 연결자 32">
            <a:extLst>
              <a:ext uri="{FF2B5EF4-FFF2-40B4-BE49-F238E27FC236}">
                <a16:creationId xmlns:a16="http://schemas.microsoft.com/office/drawing/2014/main" id="{FBBD71B5-CB6C-4D42-9B1F-BB5EC336081C}"/>
              </a:ext>
            </a:extLst>
          </p:cNvPr>
          <p:cNvSpPr/>
          <p:nvPr/>
        </p:nvSpPr>
        <p:spPr>
          <a:xfrm>
            <a:off x="1280716" y="4065585"/>
            <a:ext cx="278792" cy="278792"/>
          </a:xfrm>
          <a:prstGeom prst="flowChartConnector">
            <a:avLst/>
          </a:prstGeom>
          <a:solidFill>
            <a:srgbClr val="00FFCC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1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34" name="오른쪽 화살표 33"/>
          <p:cNvSpPr/>
          <p:nvPr/>
        </p:nvSpPr>
        <p:spPr>
          <a:xfrm>
            <a:off x="3322066" y="1475142"/>
            <a:ext cx="360040" cy="36004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오른쪽 화살표 34"/>
          <p:cNvSpPr/>
          <p:nvPr/>
        </p:nvSpPr>
        <p:spPr>
          <a:xfrm>
            <a:off x="5765959" y="1475142"/>
            <a:ext cx="360040" cy="36004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오른쪽 화살표 35"/>
          <p:cNvSpPr/>
          <p:nvPr/>
        </p:nvSpPr>
        <p:spPr>
          <a:xfrm>
            <a:off x="8238776" y="1475142"/>
            <a:ext cx="360040" cy="36004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오른쪽 화살표 36"/>
          <p:cNvSpPr/>
          <p:nvPr/>
        </p:nvSpPr>
        <p:spPr>
          <a:xfrm>
            <a:off x="10774253" y="1475142"/>
            <a:ext cx="360040" cy="36004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꺾인 연결선 44"/>
          <p:cNvCxnSpPr>
            <a:cxnSpLocks/>
            <a:stCxn id="24" idx="3"/>
            <a:endCxn id="26" idx="1"/>
          </p:cNvCxnSpPr>
          <p:nvPr/>
        </p:nvCxnSpPr>
        <p:spPr>
          <a:xfrm>
            <a:off x="5025132" y="2543595"/>
            <a:ext cx="2088232" cy="1139810"/>
          </a:xfrm>
          <a:prstGeom prst="bentConnector3">
            <a:avLst>
              <a:gd name="adj1" fmla="val 50000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연결선 46"/>
          <p:cNvCxnSpPr>
            <a:cxnSpLocks/>
            <a:stCxn id="25" idx="2"/>
            <a:endCxn id="27" idx="1"/>
          </p:cNvCxnSpPr>
          <p:nvPr/>
        </p:nvCxnSpPr>
        <p:spPr>
          <a:xfrm rot="16200000" flipH="1">
            <a:off x="4058994" y="3010117"/>
            <a:ext cx="1896273" cy="4212468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L 도형 49"/>
          <p:cNvSpPr/>
          <p:nvPr/>
        </p:nvSpPr>
        <p:spPr>
          <a:xfrm rot="18575549">
            <a:off x="1211572" y="1208328"/>
            <a:ext cx="338348" cy="166673"/>
          </a:xfrm>
          <a:prstGeom prst="corner">
            <a:avLst/>
          </a:prstGeom>
          <a:solidFill>
            <a:srgbClr val="F8E71D"/>
          </a:solidFill>
          <a:ln>
            <a:solidFill>
              <a:srgbClr val="F8E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6202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170675C1-C844-4707-BA96-081614A9E6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438" b="9459"/>
          <a:stretch/>
        </p:blipFill>
        <p:spPr>
          <a:xfrm>
            <a:off x="1321482" y="2304628"/>
            <a:ext cx="11136930" cy="4652893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60AF6D6F-691A-40AB-82FD-2502EDED815E}"/>
              </a:ext>
            </a:extLst>
          </p:cNvPr>
          <p:cNvSpPr/>
          <p:nvPr/>
        </p:nvSpPr>
        <p:spPr>
          <a:xfrm>
            <a:off x="1331058" y="2880692"/>
            <a:ext cx="3838090" cy="889428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178724" y="2448644"/>
            <a:ext cx="7279688" cy="805256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99825" y="7426967"/>
            <a:ext cx="382888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기본 동작 미리 보기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EA2926-F3F5-4E8E-B7D7-9CAC65C5118A}"/>
              </a:ext>
            </a:extLst>
          </p:cNvPr>
          <p:cNvSpPr/>
          <p:nvPr/>
        </p:nvSpPr>
        <p:spPr>
          <a:xfrm>
            <a:off x="1326029" y="1365736"/>
            <a:ext cx="1724808" cy="5788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로드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87A6A35-0FAA-4C3E-9C41-9A81C42A23CA}"/>
              </a:ext>
            </a:extLst>
          </p:cNvPr>
          <p:cNvSpPr/>
          <p:nvPr/>
        </p:nvSpPr>
        <p:spPr>
          <a:xfrm>
            <a:off x="3846288" y="1365736"/>
            <a:ext cx="1724808" cy="57885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검증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BFB8A6-759F-4DE2-863D-4617725388CB}"/>
              </a:ext>
            </a:extLst>
          </p:cNvPr>
          <p:cNvSpPr/>
          <p:nvPr/>
        </p:nvSpPr>
        <p:spPr>
          <a:xfrm>
            <a:off x="6300309" y="1365736"/>
            <a:ext cx="1724808" cy="5788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비교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3437C60-6AD8-4ED6-B341-E736DE67B115}"/>
              </a:ext>
            </a:extLst>
          </p:cNvPr>
          <p:cNvSpPr/>
          <p:nvPr/>
        </p:nvSpPr>
        <p:spPr>
          <a:xfrm>
            <a:off x="8814840" y="1365736"/>
            <a:ext cx="1724808" cy="5788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추출</a:t>
            </a:r>
            <a:endParaRPr lang="en-US" altLang="ko-KR" sz="2000" dirty="0">
              <a:solidFill>
                <a:schemeClr val="bg1">
                  <a:lumMod val="8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ADD8D4F-ED41-422B-91FF-EDFF7C85D241}"/>
              </a:ext>
            </a:extLst>
          </p:cNvPr>
          <p:cNvSpPr/>
          <p:nvPr/>
        </p:nvSpPr>
        <p:spPr>
          <a:xfrm>
            <a:off x="11335120" y="1365736"/>
            <a:ext cx="1724808" cy="5788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</a:t>
            </a:r>
            <a:r>
              <a:rPr lang="ko-KR" altLang="en-US" sz="2000" dirty="0" err="1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9A34740-0977-458A-A9DC-6A681BC4310A}"/>
              </a:ext>
            </a:extLst>
          </p:cNvPr>
          <p:cNvSpPr/>
          <p:nvPr/>
        </p:nvSpPr>
        <p:spPr>
          <a:xfrm>
            <a:off x="3832416" y="5394735"/>
            <a:ext cx="4438158" cy="11757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데이터를 검증하여 문제가 있는 지를 확인합니다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문제가 있으면 문제가 발견 되었다고 알려줍니다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34" name="오른쪽 화살표 33"/>
          <p:cNvSpPr/>
          <p:nvPr/>
        </p:nvSpPr>
        <p:spPr>
          <a:xfrm>
            <a:off x="3322066" y="1475142"/>
            <a:ext cx="360040" cy="36004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오른쪽 화살표 34"/>
          <p:cNvSpPr/>
          <p:nvPr/>
        </p:nvSpPr>
        <p:spPr>
          <a:xfrm>
            <a:off x="5765959" y="1475142"/>
            <a:ext cx="360040" cy="36004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오른쪽 화살표 35"/>
          <p:cNvSpPr/>
          <p:nvPr/>
        </p:nvSpPr>
        <p:spPr>
          <a:xfrm>
            <a:off x="8238776" y="1475142"/>
            <a:ext cx="360040" cy="36004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오른쪽 화살표 36"/>
          <p:cNvSpPr/>
          <p:nvPr/>
        </p:nvSpPr>
        <p:spPr>
          <a:xfrm>
            <a:off x="10774253" y="1475142"/>
            <a:ext cx="360040" cy="36004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꺾인 연결선 44"/>
          <p:cNvCxnSpPr>
            <a:cxnSpLocks/>
            <a:stCxn id="25" idx="2"/>
            <a:endCxn id="26" idx="1"/>
          </p:cNvCxnSpPr>
          <p:nvPr/>
        </p:nvCxnSpPr>
        <p:spPr>
          <a:xfrm rot="16200000" flipH="1">
            <a:off x="8421411" y="3651057"/>
            <a:ext cx="1249350" cy="455036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연결선 46"/>
          <p:cNvCxnSpPr>
            <a:cxnSpLocks/>
            <a:stCxn id="24" idx="2"/>
            <a:endCxn id="27" idx="1"/>
          </p:cNvCxnSpPr>
          <p:nvPr/>
        </p:nvCxnSpPr>
        <p:spPr>
          <a:xfrm rot="16200000" flipH="1">
            <a:off x="2435023" y="4585199"/>
            <a:ext cx="2212472" cy="582313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L 도형 49"/>
          <p:cNvSpPr/>
          <p:nvPr/>
        </p:nvSpPr>
        <p:spPr>
          <a:xfrm rot="18575549">
            <a:off x="3708944" y="1208327"/>
            <a:ext cx="338348" cy="166673"/>
          </a:xfrm>
          <a:prstGeom prst="corner">
            <a:avLst/>
          </a:prstGeom>
          <a:solidFill>
            <a:srgbClr val="F8E71D"/>
          </a:solidFill>
          <a:ln>
            <a:solidFill>
              <a:srgbClr val="F8E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9273604" y="3877403"/>
            <a:ext cx="4426221" cy="125169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검증이 끝나서 문제가 없는 데이터를 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1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차 추출합니다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22" name="순서도: 연결자 21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3436972" y="3287536"/>
            <a:ext cx="278792" cy="278792"/>
          </a:xfrm>
          <a:prstGeom prst="flowChartConnector">
            <a:avLst/>
          </a:prstGeom>
          <a:solidFill>
            <a:srgbClr val="00FFCC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!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29" name="순서도: 연결자 28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9046086" y="2374014"/>
            <a:ext cx="278792" cy="278792"/>
          </a:xfrm>
          <a:prstGeom prst="flowChartConnector">
            <a:avLst/>
          </a:prstGeom>
          <a:solidFill>
            <a:srgbClr val="00FFCC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!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592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40E048A-9F9C-4E5A-BEA7-3DB73863B5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949" b="3810"/>
          <a:stretch/>
        </p:blipFill>
        <p:spPr>
          <a:xfrm>
            <a:off x="1424732" y="2304628"/>
            <a:ext cx="10575486" cy="4824536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097140" y="2402624"/>
            <a:ext cx="6903078" cy="741238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738101" y="7424273"/>
            <a:ext cx="344612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기본 동작 미리 보기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EA2926-F3F5-4E8E-B7D7-9CAC65C5118A}"/>
              </a:ext>
            </a:extLst>
          </p:cNvPr>
          <p:cNvSpPr/>
          <p:nvPr/>
        </p:nvSpPr>
        <p:spPr>
          <a:xfrm>
            <a:off x="1326029" y="1365736"/>
            <a:ext cx="1724808" cy="5788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로드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87A6A35-0FAA-4C3E-9C41-9A81C42A23CA}"/>
              </a:ext>
            </a:extLst>
          </p:cNvPr>
          <p:cNvSpPr/>
          <p:nvPr/>
        </p:nvSpPr>
        <p:spPr>
          <a:xfrm>
            <a:off x="3846288" y="1365736"/>
            <a:ext cx="1724808" cy="5788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검증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BFB8A6-759F-4DE2-863D-4617725388CB}"/>
              </a:ext>
            </a:extLst>
          </p:cNvPr>
          <p:cNvSpPr/>
          <p:nvPr/>
        </p:nvSpPr>
        <p:spPr>
          <a:xfrm>
            <a:off x="6300309" y="1365736"/>
            <a:ext cx="1724808" cy="57885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비교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3437C60-6AD8-4ED6-B341-E736DE67B115}"/>
              </a:ext>
            </a:extLst>
          </p:cNvPr>
          <p:cNvSpPr/>
          <p:nvPr/>
        </p:nvSpPr>
        <p:spPr>
          <a:xfrm>
            <a:off x="8814840" y="1365736"/>
            <a:ext cx="1724808" cy="5788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추출</a:t>
            </a:r>
            <a:endParaRPr lang="en-US" altLang="ko-KR" sz="2000" dirty="0">
              <a:solidFill>
                <a:schemeClr val="bg1">
                  <a:lumMod val="8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ADD8D4F-ED41-422B-91FF-EDFF7C85D241}"/>
              </a:ext>
            </a:extLst>
          </p:cNvPr>
          <p:cNvSpPr/>
          <p:nvPr/>
        </p:nvSpPr>
        <p:spPr>
          <a:xfrm>
            <a:off x="11335120" y="1365736"/>
            <a:ext cx="1724808" cy="5788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</a:t>
            </a:r>
            <a:r>
              <a:rPr lang="ko-KR" altLang="en-US" sz="2000" dirty="0" err="1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34" name="오른쪽 화살표 33"/>
          <p:cNvSpPr/>
          <p:nvPr/>
        </p:nvSpPr>
        <p:spPr>
          <a:xfrm>
            <a:off x="3322066" y="1475142"/>
            <a:ext cx="360040" cy="36004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오른쪽 화살표 34"/>
          <p:cNvSpPr/>
          <p:nvPr/>
        </p:nvSpPr>
        <p:spPr>
          <a:xfrm>
            <a:off x="5765959" y="1475142"/>
            <a:ext cx="360040" cy="36004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오른쪽 화살표 35"/>
          <p:cNvSpPr/>
          <p:nvPr/>
        </p:nvSpPr>
        <p:spPr>
          <a:xfrm>
            <a:off x="8238776" y="1475142"/>
            <a:ext cx="360040" cy="36004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오른쪽 화살표 36"/>
          <p:cNvSpPr/>
          <p:nvPr/>
        </p:nvSpPr>
        <p:spPr>
          <a:xfrm>
            <a:off x="10774253" y="1475142"/>
            <a:ext cx="360040" cy="36004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꺾인 연결선 44"/>
          <p:cNvCxnSpPr>
            <a:cxnSpLocks/>
            <a:endCxn id="26" idx="1"/>
          </p:cNvCxnSpPr>
          <p:nvPr/>
        </p:nvCxnSpPr>
        <p:spPr>
          <a:xfrm rot="16200000" flipH="1">
            <a:off x="8097933" y="3383429"/>
            <a:ext cx="1343231" cy="864096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L 도형 49"/>
          <p:cNvSpPr/>
          <p:nvPr/>
        </p:nvSpPr>
        <p:spPr>
          <a:xfrm rot="18575549">
            <a:off x="6180123" y="1208327"/>
            <a:ext cx="338348" cy="166673"/>
          </a:xfrm>
          <a:prstGeom prst="corner">
            <a:avLst/>
          </a:prstGeom>
          <a:solidFill>
            <a:srgbClr val="F8E71D"/>
          </a:solidFill>
          <a:ln>
            <a:solidFill>
              <a:srgbClr val="F8E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9201596" y="3861246"/>
            <a:ext cx="4492096" cy="125169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추출할 데이터와 기존의 데이터 </a:t>
            </a:r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하드디스크 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OR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 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와 비교합니다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18" name="순서도: 연결자 17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8096594" y="2850676"/>
            <a:ext cx="278792" cy="278792"/>
          </a:xfrm>
          <a:prstGeom prst="flowChartConnector">
            <a:avLst/>
          </a:prstGeom>
          <a:solidFill>
            <a:srgbClr val="00FFCC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!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058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7D66E960-ECB9-4508-964A-5EEBF935A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039" y="2250865"/>
            <a:ext cx="11202393" cy="4930678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216024" y="2412724"/>
            <a:ext cx="7344408" cy="756000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738099" y="7417196"/>
            <a:ext cx="344555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기본 동작 미리 보기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EA2926-F3F5-4E8E-B7D7-9CAC65C5118A}"/>
              </a:ext>
            </a:extLst>
          </p:cNvPr>
          <p:cNvSpPr/>
          <p:nvPr/>
        </p:nvSpPr>
        <p:spPr>
          <a:xfrm>
            <a:off x="1326029" y="1365736"/>
            <a:ext cx="1724808" cy="5788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로드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87A6A35-0FAA-4C3E-9C41-9A81C42A23CA}"/>
              </a:ext>
            </a:extLst>
          </p:cNvPr>
          <p:cNvSpPr/>
          <p:nvPr/>
        </p:nvSpPr>
        <p:spPr>
          <a:xfrm>
            <a:off x="3846288" y="1365736"/>
            <a:ext cx="1724808" cy="5788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검증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BFB8A6-759F-4DE2-863D-4617725388CB}"/>
              </a:ext>
            </a:extLst>
          </p:cNvPr>
          <p:cNvSpPr/>
          <p:nvPr/>
        </p:nvSpPr>
        <p:spPr>
          <a:xfrm>
            <a:off x="6300309" y="1365736"/>
            <a:ext cx="1724808" cy="5788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비교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3437C60-6AD8-4ED6-B341-E736DE67B115}"/>
              </a:ext>
            </a:extLst>
          </p:cNvPr>
          <p:cNvSpPr/>
          <p:nvPr/>
        </p:nvSpPr>
        <p:spPr>
          <a:xfrm>
            <a:off x="8814840" y="1365736"/>
            <a:ext cx="1724808" cy="57885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추출</a:t>
            </a:r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ADD8D4F-ED41-422B-91FF-EDFF7C85D241}"/>
              </a:ext>
            </a:extLst>
          </p:cNvPr>
          <p:cNvSpPr/>
          <p:nvPr/>
        </p:nvSpPr>
        <p:spPr>
          <a:xfrm>
            <a:off x="11335120" y="1365736"/>
            <a:ext cx="1724808" cy="5788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</a:t>
            </a:r>
            <a:r>
              <a:rPr lang="ko-KR" altLang="en-US" sz="2000" dirty="0" err="1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34" name="오른쪽 화살표 33"/>
          <p:cNvSpPr/>
          <p:nvPr/>
        </p:nvSpPr>
        <p:spPr>
          <a:xfrm>
            <a:off x="3322066" y="1475142"/>
            <a:ext cx="360040" cy="36004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오른쪽 화살표 34"/>
          <p:cNvSpPr/>
          <p:nvPr/>
        </p:nvSpPr>
        <p:spPr>
          <a:xfrm>
            <a:off x="5765959" y="1475142"/>
            <a:ext cx="360040" cy="36004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오른쪽 화살표 35"/>
          <p:cNvSpPr/>
          <p:nvPr/>
        </p:nvSpPr>
        <p:spPr>
          <a:xfrm>
            <a:off x="8238776" y="1475142"/>
            <a:ext cx="360040" cy="36004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오른쪽 화살표 36"/>
          <p:cNvSpPr/>
          <p:nvPr/>
        </p:nvSpPr>
        <p:spPr>
          <a:xfrm>
            <a:off x="10774253" y="1475142"/>
            <a:ext cx="360040" cy="36004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꺾인 연결선 44"/>
          <p:cNvCxnSpPr>
            <a:cxnSpLocks/>
            <a:endCxn id="26" idx="1"/>
          </p:cNvCxnSpPr>
          <p:nvPr/>
        </p:nvCxnSpPr>
        <p:spPr>
          <a:xfrm rot="16200000" flipH="1">
            <a:off x="8302333" y="3299798"/>
            <a:ext cx="1175286" cy="911272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L 도형 49"/>
          <p:cNvSpPr/>
          <p:nvPr/>
        </p:nvSpPr>
        <p:spPr>
          <a:xfrm rot="18575549">
            <a:off x="8700404" y="1208326"/>
            <a:ext cx="338348" cy="166673"/>
          </a:xfrm>
          <a:prstGeom prst="corner">
            <a:avLst/>
          </a:prstGeom>
          <a:solidFill>
            <a:srgbClr val="F8E71D"/>
          </a:solidFill>
          <a:ln>
            <a:solidFill>
              <a:srgbClr val="F8E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9345612" y="3717230"/>
            <a:ext cx="4492096" cy="125169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원하는 데이터를 지정된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디렉토리에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추출 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9777660" y="2888999"/>
            <a:ext cx="278792" cy="278792"/>
          </a:xfrm>
          <a:prstGeom prst="flowChartConnector">
            <a:avLst/>
          </a:prstGeom>
          <a:solidFill>
            <a:srgbClr val="00FFCC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!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006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E7F6DCF-E687-417C-AF97-18E41CFB3A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4"/>
          <a:stretch/>
        </p:blipFill>
        <p:spPr>
          <a:xfrm>
            <a:off x="1294196" y="2232620"/>
            <a:ext cx="11462873" cy="532859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258682" y="2399743"/>
            <a:ext cx="7498387" cy="779011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738099" y="7426968"/>
            <a:ext cx="344613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기본 동작 미리 보기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EA2926-F3F5-4E8E-B7D7-9CAC65C5118A}"/>
              </a:ext>
            </a:extLst>
          </p:cNvPr>
          <p:cNvSpPr/>
          <p:nvPr/>
        </p:nvSpPr>
        <p:spPr>
          <a:xfrm>
            <a:off x="1326029" y="1365736"/>
            <a:ext cx="1724808" cy="5788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로드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87A6A35-0FAA-4C3E-9C41-9A81C42A23CA}"/>
              </a:ext>
            </a:extLst>
          </p:cNvPr>
          <p:cNvSpPr/>
          <p:nvPr/>
        </p:nvSpPr>
        <p:spPr>
          <a:xfrm>
            <a:off x="3846288" y="1365736"/>
            <a:ext cx="1724808" cy="5788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검증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BFB8A6-759F-4DE2-863D-4617725388CB}"/>
              </a:ext>
            </a:extLst>
          </p:cNvPr>
          <p:cNvSpPr/>
          <p:nvPr/>
        </p:nvSpPr>
        <p:spPr>
          <a:xfrm>
            <a:off x="6300309" y="1365736"/>
            <a:ext cx="1724808" cy="5788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비교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3437C60-6AD8-4ED6-B341-E736DE67B115}"/>
              </a:ext>
            </a:extLst>
          </p:cNvPr>
          <p:cNvSpPr/>
          <p:nvPr/>
        </p:nvSpPr>
        <p:spPr>
          <a:xfrm>
            <a:off x="8814840" y="1365736"/>
            <a:ext cx="1724808" cy="5788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추출</a:t>
            </a:r>
            <a:endParaRPr lang="en-US" altLang="ko-KR" sz="2000" dirty="0">
              <a:solidFill>
                <a:schemeClr val="bg1">
                  <a:lumMod val="8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ADD8D4F-ED41-422B-91FF-EDFF7C85D241}"/>
              </a:ext>
            </a:extLst>
          </p:cNvPr>
          <p:cNvSpPr/>
          <p:nvPr/>
        </p:nvSpPr>
        <p:spPr>
          <a:xfrm>
            <a:off x="11335120" y="1365736"/>
            <a:ext cx="1724808" cy="57885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endParaRPr lang="ko-KR" altLang="en-US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34" name="오른쪽 화살표 33"/>
          <p:cNvSpPr/>
          <p:nvPr/>
        </p:nvSpPr>
        <p:spPr>
          <a:xfrm>
            <a:off x="3322066" y="1475142"/>
            <a:ext cx="360040" cy="36004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오른쪽 화살표 34"/>
          <p:cNvSpPr/>
          <p:nvPr/>
        </p:nvSpPr>
        <p:spPr>
          <a:xfrm>
            <a:off x="5765959" y="1475142"/>
            <a:ext cx="360040" cy="36004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오른쪽 화살표 35"/>
          <p:cNvSpPr/>
          <p:nvPr/>
        </p:nvSpPr>
        <p:spPr>
          <a:xfrm>
            <a:off x="8238776" y="1475142"/>
            <a:ext cx="360040" cy="36004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오른쪽 화살표 36"/>
          <p:cNvSpPr/>
          <p:nvPr/>
        </p:nvSpPr>
        <p:spPr>
          <a:xfrm>
            <a:off x="10774253" y="1475142"/>
            <a:ext cx="360040" cy="36004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꺾인 연결선 44"/>
          <p:cNvCxnSpPr>
            <a:cxnSpLocks/>
          </p:cNvCxnSpPr>
          <p:nvPr/>
        </p:nvCxnSpPr>
        <p:spPr>
          <a:xfrm>
            <a:off x="8238776" y="3178754"/>
            <a:ext cx="1178844" cy="1076886"/>
          </a:xfrm>
          <a:prstGeom prst="bentConnector3">
            <a:avLst>
              <a:gd name="adj1" fmla="val 50000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L 도형 49"/>
          <p:cNvSpPr/>
          <p:nvPr/>
        </p:nvSpPr>
        <p:spPr>
          <a:xfrm rot="18575549">
            <a:off x="11220683" y="1208326"/>
            <a:ext cx="338348" cy="166673"/>
          </a:xfrm>
          <a:prstGeom prst="corner">
            <a:avLst/>
          </a:prstGeom>
          <a:solidFill>
            <a:srgbClr val="F8E71D"/>
          </a:solidFill>
          <a:ln>
            <a:solidFill>
              <a:srgbClr val="F8E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9419579" y="3635859"/>
            <a:ext cx="4492096" cy="125169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추출된 데이터를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18" name="순서도: 연결자 17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11198818" y="2878405"/>
            <a:ext cx="278792" cy="278792"/>
          </a:xfrm>
          <a:prstGeom prst="flowChartConnector">
            <a:avLst/>
          </a:prstGeom>
          <a:solidFill>
            <a:srgbClr val="00FFCC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!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406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3738099" y="7417196"/>
            <a:ext cx="344613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704653" y="2747774"/>
            <a:ext cx="125293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2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Game Data Tool</a:t>
            </a:r>
            <a:r>
              <a:rPr lang="ko-KR" altLang="en-US" sz="32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의 </a:t>
            </a:r>
            <a:r>
              <a:rPr lang="ko-KR" altLang="en-US" sz="32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셋팅</a:t>
            </a:r>
            <a:r>
              <a:rPr lang="ko-KR" altLang="en-US" sz="32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방법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04653" y="2664668"/>
            <a:ext cx="12529391" cy="45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04653" y="1541495"/>
            <a:ext cx="125293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[ 2 ] Tool</a:t>
            </a:r>
            <a:r>
              <a:rPr lang="ko-KR" altLang="en-US" sz="66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시작 하기</a:t>
            </a:r>
            <a:endParaRPr lang="en-US" altLang="ko-KR" sz="6600" dirty="0">
              <a:solidFill>
                <a:srgbClr val="00FFCC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437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2" y="7417196"/>
            <a:ext cx="416620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48245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▶시작 가이드 구성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632644" y="2664668"/>
            <a:ext cx="3544835" cy="3600985"/>
            <a:chOff x="354393" y="720452"/>
            <a:chExt cx="3544835" cy="36009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535D7F5-7CF3-449E-88B5-46ECC14C9FEF}"/>
                </a:ext>
              </a:extLst>
            </p:cNvPr>
            <p:cNvSpPr txBox="1"/>
            <p:nvPr/>
          </p:nvSpPr>
          <p:spPr>
            <a:xfrm>
              <a:off x="354393" y="3367330"/>
              <a:ext cx="354483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>
                  <a:solidFill>
                    <a:srgbClr val="F8E71D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설치 및 실행</a:t>
              </a:r>
              <a:endParaRPr lang="en-US" altLang="ko-KR" sz="2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  <a:p>
              <a:pPr lvl="1" algn="ctr"/>
              <a:endPara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  <a:p>
              <a:pPr algn="ctr"/>
              <a:r>
                <a:rPr lang="ko-KR" altLang="en-US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설치 경로와 설치 방법을 확인 할 수 있습니다</a:t>
              </a:r>
              <a:r>
                <a:rPr lang="en-US" altLang="ko-KR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.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424732" y="720452"/>
              <a:ext cx="1404156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600" b="1" dirty="0">
                  <a:solidFill>
                    <a:srgbClr val="00A485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1</a:t>
              </a:r>
              <a:endParaRPr lang="ko-KR" altLang="en-US" sz="16600" b="1" dirty="0">
                <a:solidFill>
                  <a:srgbClr val="00A485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5025132" y="2663943"/>
            <a:ext cx="3605761" cy="3847206"/>
            <a:chOff x="5040210" y="792460"/>
            <a:chExt cx="3605761" cy="3847206"/>
          </a:xfrm>
        </p:grpSpPr>
        <p:sp>
          <p:nvSpPr>
            <p:cNvPr id="10" name="직사각형 9"/>
            <p:cNvSpPr/>
            <p:nvPr/>
          </p:nvSpPr>
          <p:spPr>
            <a:xfrm>
              <a:off x="5040210" y="3439337"/>
              <a:ext cx="3605761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2400" dirty="0">
                  <a:solidFill>
                    <a:srgbClr val="F8E71D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설정 목록을 통한 기본 </a:t>
              </a:r>
              <a:r>
                <a:rPr lang="ko-KR" altLang="en-US" sz="2400" dirty="0" err="1">
                  <a:solidFill>
                    <a:srgbClr val="F8E71D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셋팅</a:t>
              </a:r>
              <a:endPara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  <a:p>
              <a:pPr algn="ctr"/>
              <a:endPara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  <a:p>
              <a:pPr algn="ctr"/>
              <a:r>
                <a:rPr lang="ko-KR" altLang="en-US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정상 작동을 위해 필요한 설정 목록들을</a:t>
              </a:r>
              <a:endPara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  <a:p>
              <a:pPr algn="ctr"/>
              <a:r>
                <a:rPr lang="ko-KR" altLang="en-US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항목 별로 확인해 볼 수 있습니다</a:t>
              </a:r>
              <a:r>
                <a:rPr lang="en-US" altLang="ko-KR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.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141012" y="792460"/>
              <a:ext cx="1404156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600" b="1" dirty="0">
                  <a:solidFill>
                    <a:srgbClr val="00A485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2</a:t>
              </a:r>
              <a:endParaRPr lang="ko-KR" altLang="en-US" sz="16600" b="1" dirty="0">
                <a:solidFill>
                  <a:srgbClr val="00A485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9705652" y="2664668"/>
            <a:ext cx="3600400" cy="4093428"/>
            <a:chOff x="9903674" y="3528764"/>
            <a:chExt cx="3600400" cy="4093428"/>
          </a:xfrm>
        </p:grpSpPr>
        <p:sp>
          <p:nvSpPr>
            <p:cNvPr id="9" name="직사각형 8"/>
            <p:cNvSpPr/>
            <p:nvPr/>
          </p:nvSpPr>
          <p:spPr>
            <a:xfrm>
              <a:off x="9903674" y="6175642"/>
              <a:ext cx="3600400" cy="14465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400" dirty="0">
                  <a:solidFill>
                    <a:srgbClr val="F8E71D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Define </a:t>
              </a:r>
              <a:r>
                <a:rPr lang="ko-KR" altLang="en-US" sz="2400" dirty="0">
                  <a:solidFill>
                    <a:srgbClr val="F8E71D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설정</a:t>
              </a:r>
              <a:endParaRPr lang="en-US" altLang="ko-KR" sz="2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  <a:p>
              <a:pPr algn="ctr"/>
              <a:endPara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  <a:p>
              <a:pPr algn="ctr"/>
              <a:r>
                <a:rPr lang="en-US" altLang="ko-KR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Datasheet define, </a:t>
              </a:r>
              <a:r>
                <a:rPr lang="en-US" altLang="ko-KR" sz="16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DataField</a:t>
              </a:r>
              <a:r>
                <a:rPr lang="en-US" altLang="ko-KR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define</a:t>
              </a:r>
            </a:p>
            <a:p>
              <a:pPr algn="ctr"/>
              <a:r>
                <a:rPr lang="en-US" altLang="ko-KR" sz="16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enum</a:t>
              </a:r>
              <a:r>
                <a:rPr lang="en-US" altLang="ko-KR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define,  </a:t>
              </a:r>
              <a:r>
                <a:rPr lang="en-US" altLang="ko-KR" sz="16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Brench</a:t>
              </a:r>
              <a:r>
                <a:rPr lang="en-US" altLang="ko-KR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Define</a:t>
              </a:r>
            </a:p>
            <a:p>
              <a:pPr algn="ctr"/>
              <a:r>
                <a:rPr lang="en-US" altLang="ko-KR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4</a:t>
              </a:r>
              <a:r>
                <a:rPr lang="ko-KR" altLang="en-US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가지의 </a:t>
              </a:r>
              <a:r>
                <a:rPr lang="en-US" altLang="ko-KR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define </a:t>
              </a:r>
              <a:r>
                <a:rPr lang="ko-KR" altLang="en-US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설정 방법을 확인 할 수 있습니다</a:t>
              </a:r>
              <a:r>
                <a:rPr lang="en-US" altLang="ko-KR" sz="16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.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1001796" y="3528764"/>
              <a:ext cx="1404156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600" b="1" dirty="0">
                  <a:solidFill>
                    <a:srgbClr val="00A485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3</a:t>
              </a:r>
              <a:endParaRPr lang="ko-KR" altLang="en-US" sz="16600" b="1" dirty="0">
                <a:solidFill>
                  <a:srgbClr val="00A485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</p:grpSp>
      <p:cxnSp>
        <p:nvCxnSpPr>
          <p:cNvPr id="19" name="직선 연결선 18"/>
          <p:cNvCxnSpPr/>
          <p:nvPr/>
        </p:nvCxnSpPr>
        <p:spPr>
          <a:xfrm>
            <a:off x="4686300" y="2592660"/>
            <a:ext cx="0" cy="4752528"/>
          </a:xfrm>
          <a:prstGeom prst="line">
            <a:avLst/>
          </a:prstGeom>
          <a:ln>
            <a:solidFill>
              <a:srgbClr val="00A48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9141460" y="2592660"/>
            <a:ext cx="0" cy="4752528"/>
          </a:xfrm>
          <a:prstGeom prst="line">
            <a:avLst/>
          </a:prstGeom>
          <a:ln>
            <a:solidFill>
              <a:srgbClr val="00A48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00796" y="1237282"/>
            <a:ext cx="98204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solidFill>
                  <a:srgbClr val="00A48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overwatch" panose="02020603020101020101" pitchFamily="18" charset="-127"/>
                <a:ea typeface="Koverwatch" panose="02020603020101020101" pitchFamily="18" charset="-127"/>
              </a:rPr>
              <a:t>Tool </a:t>
            </a:r>
            <a:r>
              <a:rPr lang="ko-KR" altLang="en-US" sz="5400" dirty="0">
                <a:solidFill>
                  <a:srgbClr val="00A48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overwatch" panose="02020603020101020101" pitchFamily="18" charset="-127"/>
                <a:ea typeface="Koverwatch" panose="02020603020101020101" pitchFamily="18" charset="-127"/>
              </a:rPr>
              <a:t>사용을 위한 </a:t>
            </a:r>
            <a:r>
              <a:rPr lang="en-US" altLang="ko-KR" sz="5400" dirty="0">
                <a:solidFill>
                  <a:srgbClr val="00A48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overwatch" panose="02020603020101020101" pitchFamily="18" charset="-127"/>
                <a:ea typeface="Koverwatch" panose="02020603020101020101" pitchFamily="18" charset="-127"/>
              </a:rPr>
              <a:t>3 </a:t>
            </a:r>
            <a:r>
              <a:rPr lang="ko-KR" altLang="en-US" sz="5400" dirty="0">
                <a:solidFill>
                  <a:srgbClr val="00A48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overwatch" panose="02020603020101020101" pitchFamily="18" charset="-127"/>
                <a:ea typeface="Koverwatch" panose="02020603020101020101" pitchFamily="18" charset="-127"/>
              </a:rPr>
              <a:t>단계를 체크하세요</a:t>
            </a:r>
            <a:r>
              <a:rPr lang="en-US" altLang="ko-KR" sz="5400" dirty="0">
                <a:solidFill>
                  <a:srgbClr val="00A48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  <a:endParaRPr lang="ko-KR" altLang="en-US" sz="5400" dirty="0">
              <a:solidFill>
                <a:srgbClr val="00A48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0770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18ED5898-F36E-4F6B-A597-8CDFD5273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148" y="2304528"/>
            <a:ext cx="8616794" cy="4520062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1" y="7417196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48245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▶설치 및 실행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504056" y="1921041"/>
            <a:ext cx="410445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F8E71D"/>
                </a:solidFill>
                <a:hlinkClick r:id="rId3"/>
              </a:rPr>
              <a:t>http://gamedatatool.azurewebsites.net/publish/publish.htm</a:t>
            </a:r>
            <a:endParaRPr lang="en-US" altLang="ko-KR" sz="1100" dirty="0">
              <a:solidFill>
                <a:srgbClr val="F8E71D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840005" y="2404319"/>
            <a:ext cx="3360550" cy="2265624"/>
            <a:chOff x="944503" y="2232620"/>
            <a:chExt cx="4920897" cy="3317583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503" y="2232620"/>
              <a:ext cx="4920897" cy="3317583"/>
            </a:xfrm>
            <a:prstGeom prst="rect">
              <a:avLst/>
            </a:prstGeom>
            <a:ln w="76200">
              <a:solidFill>
                <a:schemeClr val="bg1">
                  <a:lumMod val="65000"/>
                </a:schemeClr>
              </a:solidFill>
            </a:ln>
          </p:spPr>
        </p:pic>
        <p:sp>
          <p:nvSpPr>
            <p:cNvPr id="9" name="L 도형 8"/>
            <p:cNvSpPr/>
            <p:nvPr/>
          </p:nvSpPr>
          <p:spPr>
            <a:xfrm rot="18575549">
              <a:off x="955332" y="4995293"/>
              <a:ext cx="507997" cy="250242"/>
            </a:xfrm>
            <a:prstGeom prst="corner">
              <a:avLst/>
            </a:prstGeom>
            <a:solidFill>
              <a:srgbClr val="F8E71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499597" y="1342189"/>
            <a:ext cx="3630520" cy="578852"/>
            <a:chOff x="2441163" y="1966006"/>
            <a:chExt cx="3630520" cy="578852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4EA2926-F3F5-4E8E-B7D7-9CAC65C5118A}"/>
                </a:ext>
              </a:extLst>
            </p:cNvPr>
            <p:cNvSpPr/>
            <p:nvPr/>
          </p:nvSpPr>
          <p:spPr>
            <a:xfrm>
              <a:off x="2945219" y="1966006"/>
              <a:ext cx="3126464" cy="578852"/>
            </a:xfrm>
            <a:prstGeom prst="rect">
              <a:avLst/>
            </a:prstGeom>
            <a:noFill/>
            <a:ln w="952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400" dirty="0">
                  <a:solidFill>
                    <a:srgbClr val="00FFCC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설치 링크 접속 </a:t>
              </a:r>
              <a:r>
                <a:rPr lang="en-US" altLang="ko-KR" sz="2400" dirty="0">
                  <a:solidFill>
                    <a:srgbClr val="00FFCC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-&gt; </a:t>
              </a:r>
              <a:r>
                <a:rPr lang="ko-KR" altLang="en-US" sz="2400" dirty="0">
                  <a:solidFill>
                    <a:srgbClr val="00FFCC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설치 클릭</a:t>
              </a:r>
            </a:p>
          </p:txBody>
        </p:sp>
        <p:grpSp>
          <p:nvGrpSpPr>
            <p:cNvPr id="13" name="그룹 12"/>
            <p:cNvGrpSpPr/>
            <p:nvPr/>
          </p:nvGrpSpPr>
          <p:grpSpPr>
            <a:xfrm>
              <a:off x="2441163" y="2082246"/>
              <a:ext cx="365700" cy="360040"/>
              <a:chOff x="416620" y="2952700"/>
              <a:chExt cx="365700" cy="360040"/>
            </a:xfrm>
          </p:grpSpPr>
          <p:sp>
            <p:nvSpPr>
              <p:cNvPr id="14" name="타원 13"/>
              <p:cNvSpPr/>
              <p:nvPr/>
            </p:nvSpPr>
            <p:spPr>
              <a:xfrm>
                <a:off x="416620" y="2962860"/>
                <a:ext cx="365700" cy="288032"/>
              </a:xfrm>
              <a:prstGeom prst="ellipse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400" dirty="0">
                    <a:latin typeface="Koverwatch" panose="02020603020101020101" pitchFamily="18" charset="-127"/>
                    <a:ea typeface="Koverwatch" panose="02020603020101020101" pitchFamily="18" charset="-127"/>
                  </a:rPr>
                  <a:t>1</a:t>
                </a:r>
                <a:endParaRPr lang="ko-KR" altLang="en-US" sz="2400" dirty="0">
                  <a:latin typeface="Koverwatch" panose="02020603020101020101" pitchFamily="18" charset="-127"/>
                  <a:ea typeface="Koverwatch" panose="02020603020101020101" pitchFamily="18" charset="-127"/>
                </a:endParaRPr>
              </a:p>
            </p:txBody>
          </p:sp>
          <p:sp>
            <p:nvSpPr>
              <p:cNvPr id="15" name="모서리가 둥근 직사각형 14"/>
              <p:cNvSpPr/>
              <p:nvPr/>
            </p:nvSpPr>
            <p:spPr>
              <a:xfrm>
                <a:off x="416620" y="2952700"/>
                <a:ext cx="360040" cy="360040"/>
              </a:xfrm>
              <a:prstGeom prst="roundRect">
                <a:avLst/>
              </a:prstGeom>
              <a:noFill/>
              <a:ln>
                <a:solidFill>
                  <a:srgbClr val="00A4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0" name="그룹 29"/>
          <p:cNvGrpSpPr/>
          <p:nvPr/>
        </p:nvGrpSpPr>
        <p:grpSpPr>
          <a:xfrm>
            <a:off x="504056" y="5094126"/>
            <a:ext cx="3630520" cy="578852"/>
            <a:chOff x="9272891" y="1963920"/>
            <a:chExt cx="3630520" cy="578852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4EA2926-F3F5-4E8E-B7D7-9CAC65C5118A}"/>
                </a:ext>
              </a:extLst>
            </p:cNvPr>
            <p:cNvSpPr/>
            <p:nvPr/>
          </p:nvSpPr>
          <p:spPr>
            <a:xfrm>
              <a:off x="9776947" y="1963920"/>
              <a:ext cx="3126464" cy="578852"/>
            </a:xfrm>
            <a:prstGeom prst="rect">
              <a:avLst/>
            </a:prstGeom>
            <a:noFill/>
            <a:ln w="952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400" dirty="0">
                  <a:solidFill>
                    <a:srgbClr val="00FFCC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다운 로드 된 </a:t>
              </a:r>
              <a:r>
                <a:rPr lang="en-US" altLang="ko-KR" sz="2400" dirty="0">
                  <a:solidFill>
                    <a:srgbClr val="00FFCC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Setup </a:t>
              </a:r>
              <a:r>
                <a:rPr lang="ko-KR" altLang="en-US" sz="2400" dirty="0">
                  <a:solidFill>
                    <a:srgbClr val="00FFCC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파일 실행</a:t>
              </a:r>
              <a:r>
                <a:rPr lang="en-US" altLang="ko-KR" sz="2400" dirty="0">
                  <a:solidFill>
                    <a:srgbClr val="00FFCC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</a:t>
              </a:r>
              <a:endParaRPr lang="ko-KR" altLang="en-US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9272891" y="2080160"/>
              <a:ext cx="365700" cy="360040"/>
              <a:chOff x="416620" y="2952700"/>
              <a:chExt cx="365700" cy="360040"/>
            </a:xfrm>
          </p:grpSpPr>
          <p:sp>
            <p:nvSpPr>
              <p:cNvPr id="18" name="타원 17"/>
              <p:cNvSpPr/>
              <p:nvPr/>
            </p:nvSpPr>
            <p:spPr>
              <a:xfrm>
                <a:off x="416620" y="2962860"/>
                <a:ext cx="365700" cy="288032"/>
              </a:xfrm>
              <a:prstGeom prst="ellipse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400" dirty="0">
                    <a:latin typeface="Koverwatch" panose="02020603020101020101" pitchFamily="18" charset="-127"/>
                    <a:ea typeface="Koverwatch" panose="02020603020101020101" pitchFamily="18" charset="-127"/>
                  </a:rPr>
                  <a:t>2</a:t>
                </a:r>
                <a:endParaRPr lang="ko-KR" altLang="en-US" sz="2400" dirty="0">
                  <a:latin typeface="Koverwatch" panose="02020603020101020101" pitchFamily="18" charset="-127"/>
                  <a:ea typeface="Koverwatch" panose="02020603020101020101" pitchFamily="18" charset="-127"/>
                </a:endParaRPr>
              </a:p>
            </p:txBody>
          </p:sp>
          <p:sp>
            <p:nvSpPr>
              <p:cNvPr id="19" name="모서리가 둥근 직사각형 18"/>
              <p:cNvSpPr/>
              <p:nvPr/>
            </p:nvSpPr>
            <p:spPr>
              <a:xfrm>
                <a:off x="416620" y="2952700"/>
                <a:ext cx="360040" cy="360040"/>
              </a:xfrm>
              <a:prstGeom prst="roundRect">
                <a:avLst/>
              </a:prstGeom>
              <a:noFill/>
              <a:ln>
                <a:solidFill>
                  <a:srgbClr val="00A4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cxnSp>
        <p:nvCxnSpPr>
          <p:cNvPr id="21" name="직선 연결선 20"/>
          <p:cNvCxnSpPr/>
          <p:nvPr/>
        </p:nvCxnSpPr>
        <p:spPr>
          <a:xfrm>
            <a:off x="4752528" y="1296516"/>
            <a:ext cx="0" cy="6049521"/>
          </a:xfrm>
          <a:prstGeom prst="line">
            <a:avLst/>
          </a:prstGeom>
          <a:ln>
            <a:solidFill>
              <a:srgbClr val="00A48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그룹 28"/>
          <p:cNvGrpSpPr/>
          <p:nvPr/>
        </p:nvGrpSpPr>
        <p:grpSpPr>
          <a:xfrm>
            <a:off x="1705146" y="5748586"/>
            <a:ext cx="1101917" cy="1553287"/>
            <a:chOff x="9518640" y="2560300"/>
            <a:chExt cx="2724957" cy="3841163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41963" y="3658436"/>
              <a:ext cx="2601634" cy="2743027"/>
            </a:xfrm>
            <a:prstGeom prst="rect">
              <a:avLst/>
            </a:prstGeom>
            <a:ln w="76200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4" name="L 도형 23"/>
            <p:cNvSpPr/>
            <p:nvPr/>
          </p:nvSpPr>
          <p:spPr>
            <a:xfrm rot="18575549">
              <a:off x="9195339" y="2883601"/>
              <a:ext cx="1274362" cy="627759"/>
            </a:xfrm>
            <a:prstGeom prst="corner">
              <a:avLst/>
            </a:prstGeom>
            <a:solidFill>
              <a:srgbClr val="F8E71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5205228" y="1342189"/>
            <a:ext cx="3630520" cy="578852"/>
            <a:chOff x="2441163" y="1966006"/>
            <a:chExt cx="3630520" cy="578852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4EA2926-F3F5-4E8E-B7D7-9CAC65C5118A}"/>
                </a:ext>
              </a:extLst>
            </p:cNvPr>
            <p:cNvSpPr/>
            <p:nvPr/>
          </p:nvSpPr>
          <p:spPr>
            <a:xfrm>
              <a:off x="2945219" y="1966006"/>
              <a:ext cx="3126464" cy="578852"/>
            </a:xfrm>
            <a:prstGeom prst="rect">
              <a:avLst/>
            </a:prstGeom>
            <a:noFill/>
            <a:ln w="952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400" dirty="0">
                  <a:solidFill>
                    <a:srgbClr val="00FFCC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실행 된 상태 </a:t>
              </a:r>
              <a:r>
                <a:rPr lang="en-US" altLang="ko-KR" sz="2400" dirty="0">
                  <a:solidFill>
                    <a:srgbClr val="00FFCC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( </a:t>
              </a:r>
              <a:r>
                <a:rPr lang="ko-KR" altLang="en-US" sz="2400" dirty="0">
                  <a:solidFill>
                    <a:srgbClr val="00FFCC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첫 </a:t>
              </a:r>
              <a:r>
                <a:rPr lang="en-US" altLang="ko-KR" sz="2400" dirty="0">
                  <a:solidFill>
                    <a:srgbClr val="00FFCC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UI </a:t>
              </a:r>
              <a:r>
                <a:rPr lang="ko-KR" altLang="en-US" sz="2400" dirty="0">
                  <a:solidFill>
                    <a:srgbClr val="00FFCC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구성 </a:t>
              </a:r>
              <a:r>
                <a:rPr lang="en-US" altLang="ko-KR" sz="2400" dirty="0">
                  <a:solidFill>
                    <a:srgbClr val="00FFCC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]</a:t>
              </a:r>
              <a:endParaRPr lang="ko-KR" altLang="en-US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  <p:grpSp>
          <p:nvGrpSpPr>
            <p:cNvPr id="40" name="그룹 39"/>
            <p:cNvGrpSpPr/>
            <p:nvPr/>
          </p:nvGrpSpPr>
          <p:grpSpPr>
            <a:xfrm>
              <a:off x="2441163" y="2082246"/>
              <a:ext cx="365700" cy="360040"/>
              <a:chOff x="416620" y="2952700"/>
              <a:chExt cx="365700" cy="360040"/>
            </a:xfrm>
          </p:grpSpPr>
          <p:sp>
            <p:nvSpPr>
              <p:cNvPr id="41" name="타원 40"/>
              <p:cNvSpPr/>
              <p:nvPr/>
            </p:nvSpPr>
            <p:spPr>
              <a:xfrm>
                <a:off x="416620" y="2962860"/>
                <a:ext cx="365700" cy="288032"/>
              </a:xfrm>
              <a:prstGeom prst="ellipse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400" dirty="0">
                    <a:latin typeface="Koverwatch" panose="02020603020101020101" pitchFamily="18" charset="-127"/>
                    <a:ea typeface="Koverwatch" panose="02020603020101020101" pitchFamily="18" charset="-127"/>
                  </a:rPr>
                  <a:t>3</a:t>
                </a:r>
                <a:endParaRPr lang="ko-KR" altLang="en-US" sz="2400" dirty="0">
                  <a:latin typeface="Koverwatch" panose="02020603020101020101" pitchFamily="18" charset="-127"/>
                  <a:ea typeface="Koverwatch" panose="02020603020101020101" pitchFamily="18" charset="-127"/>
                </a:endParaRPr>
              </a:p>
            </p:txBody>
          </p:sp>
          <p:sp>
            <p:nvSpPr>
              <p:cNvPr id="42" name="모서리가 둥근 직사각형 41"/>
              <p:cNvSpPr/>
              <p:nvPr/>
            </p:nvSpPr>
            <p:spPr>
              <a:xfrm>
                <a:off x="416620" y="2952700"/>
                <a:ext cx="360040" cy="360040"/>
              </a:xfrm>
              <a:prstGeom prst="roundRect">
                <a:avLst/>
              </a:prstGeom>
              <a:noFill/>
              <a:ln>
                <a:solidFill>
                  <a:srgbClr val="00A4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81802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60660BB-1FA7-43BB-BEA7-1D73F183F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756" y="1841890"/>
            <a:ext cx="10765724" cy="5647314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1" y="7417196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▶기본 </a:t>
            </a:r>
            <a:r>
              <a:rPr lang="ko-KR" altLang="en-US" sz="40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셋팅</a:t>
            </a:r>
            <a:endParaRPr lang="ko-KR" altLang="en-US" sz="40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0AF6D6F-691A-40AB-82FD-2502EDED815E}"/>
              </a:ext>
            </a:extLst>
          </p:cNvPr>
          <p:cNvSpPr/>
          <p:nvPr/>
        </p:nvSpPr>
        <p:spPr>
          <a:xfrm>
            <a:off x="1640756" y="6697116"/>
            <a:ext cx="1346382" cy="324000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7" name="순서도: 연결자 6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1481951" y="6557719"/>
            <a:ext cx="278792" cy="278792"/>
          </a:xfrm>
          <a:prstGeom prst="flowChartConnector">
            <a:avLst/>
          </a:prstGeom>
          <a:solidFill>
            <a:srgbClr val="00FFCC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1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AF6D6F-691A-40AB-82FD-2502EDED815E}"/>
              </a:ext>
            </a:extLst>
          </p:cNvPr>
          <p:cNvSpPr/>
          <p:nvPr/>
        </p:nvSpPr>
        <p:spPr>
          <a:xfrm>
            <a:off x="2987138" y="2479450"/>
            <a:ext cx="1173898" cy="1985418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9" name="순서도: 연결자 8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2847742" y="2400569"/>
            <a:ext cx="278792" cy="278792"/>
          </a:xfrm>
          <a:prstGeom prst="flowChartConnector">
            <a:avLst/>
          </a:prstGeom>
          <a:solidFill>
            <a:srgbClr val="00FFCC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2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3530649" y="5689005"/>
            <a:ext cx="4117088" cy="7861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설정 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버튼을 눌러 설정 창으로 진입 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11" name="꺾인 연결선 10"/>
          <p:cNvCxnSpPr>
            <a:cxnSpLocks/>
            <a:stCxn id="6" idx="0"/>
            <a:endCxn id="10" idx="1"/>
          </p:cNvCxnSpPr>
          <p:nvPr/>
        </p:nvCxnSpPr>
        <p:spPr>
          <a:xfrm rot="5400000" flipH="1" flipV="1">
            <a:off x="2614788" y="5781255"/>
            <a:ext cx="615021" cy="1216702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4521076" y="3888805"/>
            <a:ext cx="5976664" cy="106841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제공 되는 설정 기능들을 통해 관련 데이터를 연결 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툴이 정상 작동 되기 위해서는 기본 경로들이 설정 되어야 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16" name="꺾인 연결선 15"/>
          <p:cNvCxnSpPr>
            <a:cxnSpLocks/>
            <a:stCxn id="8" idx="3"/>
            <a:endCxn id="15" idx="0"/>
          </p:cNvCxnSpPr>
          <p:nvPr/>
        </p:nvCxnSpPr>
        <p:spPr>
          <a:xfrm>
            <a:off x="4161036" y="3472159"/>
            <a:ext cx="3348372" cy="416646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4EA2926-F3F5-4E8E-B7D7-9CAC65C5118A}"/>
              </a:ext>
            </a:extLst>
          </p:cNvPr>
          <p:cNvSpPr/>
          <p:nvPr/>
        </p:nvSpPr>
        <p:spPr>
          <a:xfrm>
            <a:off x="344612" y="1152500"/>
            <a:ext cx="3126464" cy="578852"/>
          </a:xfrm>
          <a:prstGeom prst="rect">
            <a:avLst/>
          </a:prstGeom>
          <a:noFill/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설정 목록을 통한 기본 </a:t>
            </a:r>
            <a:r>
              <a:rPr lang="ko-KR" altLang="en-US" sz="2400" dirty="0" err="1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셋팅</a:t>
            </a:r>
            <a:endParaRPr lang="ko-KR" altLang="en-US" sz="2400" dirty="0">
              <a:solidFill>
                <a:srgbClr val="00FFCC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0854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F02B767F-67F9-47DA-9B25-54816C4C1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714" y="1966480"/>
            <a:ext cx="10491034" cy="5516360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1" y="7417196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▶기본 </a:t>
            </a:r>
            <a:r>
              <a:rPr lang="ko-KR" altLang="en-US" sz="40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셋팅</a:t>
            </a:r>
            <a:endParaRPr lang="ko-KR" altLang="en-US" sz="40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EA2926-F3F5-4E8E-B7D7-9CAC65C5118A}"/>
              </a:ext>
            </a:extLst>
          </p:cNvPr>
          <p:cNvSpPr/>
          <p:nvPr/>
        </p:nvSpPr>
        <p:spPr>
          <a:xfrm>
            <a:off x="344612" y="1152500"/>
            <a:ext cx="3126464" cy="578852"/>
          </a:xfrm>
          <a:prstGeom prst="rect">
            <a:avLst/>
          </a:prstGeom>
          <a:noFill/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설정 목록 별 설명 </a:t>
            </a:r>
            <a:r>
              <a:rPr lang="en-US" altLang="ko-KR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– </a:t>
            </a:r>
            <a:r>
              <a:rPr lang="ko-KR" altLang="en-US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기본 설정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AF6D6F-691A-40AB-82FD-2502EDED815E}"/>
              </a:ext>
            </a:extLst>
          </p:cNvPr>
          <p:cNvSpPr/>
          <p:nvPr/>
        </p:nvSpPr>
        <p:spPr>
          <a:xfrm>
            <a:off x="3686608" y="2769877"/>
            <a:ext cx="1266516" cy="198000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cxnSp>
        <p:nvCxnSpPr>
          <p:cNvPr id="10" name="꺾인 연결선 9"/>
          <p:cNvCxnSpPr>
            <a:cxnSpLocks/>
            <a:stCxn id="8" idx="2"/>
            <a:endCxn id="31" idx="1"/>
          </p:cNvCxnSpPr>
          <p:nvPr/>
        </p:nvCxnSpPr>
        <p:spPr>
          <a:xfrm rot="16200000" flipH="1">
            <a:off x="4055859" y="3231884"/>
            <a:ext cx="1387267" cy="859252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3547212" y="2631883"/>
            <a:ext cx="278792" cy="278792"/>
          </a:xfrm>
          <a:prstGeom prst="flowChartConnector">
            <a:avLst/>
          </a:prstGeom>
          <a:solidFill>
            <a:srgbClr val="00FFCC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1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0AF6D6F-691A-40AB-82FD-2502EDED815E}"/>
              </a:ext>
            </a:extLst>
          </p:cNvPr>
          <p:cNvSpPr/>
          <p:nvPr/>
        </p:nvSpPr>
        <p:spPr>
          <a:xfrm>
            <a:off x="5179118" y="3669356"/>
            <a:ext cx="1486712" cy="1371576"/>
          </a:xfrm>
          <a:prstGeom prst="rect">
            <a:avLst/>
          </a:prstGeom>
          <a:noFill/>
          <a:ln w="12700">
            <a:solidFill>
              <a:srgbClr val="00A48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00A485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33" name="순서도: 연결자 32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6526231" y="3529959"/>
            <a:ext cx="278792" cy="278792"/>
          </a:xfrm>
          <a:prstGeom prst="flowChartConnector">
            <a:avLst/>
          </a:prstGeom>
          <a:solidFill>
            <a:srgbClr val="00FFCC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2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8121476" y="5096903"/>
            <a:ext cx="4176464" cy="85824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사용할 엑셀 데이터가 있는 경로를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셋팅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cxnSp>
        <p:nvCxnSpPr>
          <p:cNvPr id="34" name="꺾인 연결선 33"/>
          <p:cNvCxnSpPr>
            <a:cxnSpLocks/>
            <a:stCxn id="31" idx="2"/>
            <a:endCxn id="9" idx="1"/>
          </p:cNvCxnSpPr>
          <p:nvPr/>
        </p:nvCxnSpPr>
        <p:spPr>
          <a:xfrm rot="16200000" flipH="1">
            <a:off x="6779429" y="4183977"/>
            <a:ext cx="485092" cy="2199002"/>
          </a:xfrm>
          <a:prstGeom prst="bentConnector2">
            <a:avLst/>
          </a:prstGeom>
          <a:ln w="9525">
            <a:solidFill>
              <a:srgbClr val="00A485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5593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7BB0E43-EC3E-4B93-9C96-66705C0C40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03"/>
          <a:stretch/>
        </p:blipFill>
        <p:spPr>
          <a:xfrm>
            <a:off x="2072803" y="1913219"/>
            <a:ext cx="9336979" cy="5630387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594083" y="7417196"/>
            <a:ext cx="488629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▶기본 </a:t>
            </a:r>
            <a:r>
              <a:rPr lang="ko-KR" altLang="en-US" sz="40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셋팅</a:t>
            </a:r>
            <a:endParaRPr lang="ko-KR" altLang="en-US" sz="40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EA2926-F3F5-4E8E-B7D7-9CAC65C5118A}"/>
              </a:ext>
            </a:extLst>
          </p:cNvPr>
          <p:cNvSpPr/>
          <p:nvPr/>
        </p:nvSpPr>
        <p:spPr>
          <a:xfrm>
            <a:off x="344611" y="1152500"/>
            <a:ext cx="4104457" cy="578852"/>
          </a:xfrm>
          <a:prstGeom prst="rect">
            <a:avLst/>
          </a:prstGeom>
          <a:noFill/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설정 목록 별 설명 </a:t>
            </a:r>
            <a:r>
              <a:rPr lang="en-US" altLang="ko-KR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– </a:t>
            </a:r>
            <a:r>
              <a:rPr lang="ko-KR" altLang="en-US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클라이언트 설정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0AF6D6F-691A-40AB-82FD-2502EDED815E}"/>
              </a:ext>
            </a:extLst>
          </p:cNvPr>
          <p:cNvSpPr/>
          <p:nvPr/>
        </p:nvSpPr>
        <p:spPr>
          <a:xfrm>
            <a:off x="3182552" y="2746567"/>
            <a:ext cx="1266516" cy="189024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0AF6D6F-691A-40AB-82FD-2502EDED815E}"/>
              </a:ext>
            </a:extLst>
          </p:cNvPr>
          <p:cNvSpPr/>
          <p:nvPr/>
        </p:nvSpPr>
        <p:spPr>
          <a:xfrm>
            <a:off x="3182553" y="2972216"/>
            <a:ext cx="1266516" cy="253109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AF6D6F-691A-40AB-82FD-2502EDED815E}"/>
              </a:ext>
            </a:extLst>
          </p:cNvPr>
          <p:cNvSpPr/>
          <p:nvPr/>
        </p:nvSpPr>
        <p:spPr>
          <a:xfrm>
            <a:off x="7329388" y="2952700"/>
            <a:ext cx="2448272" cy="1584660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5467177" y="1668784"/>
            <a:ext cx="4608512" cy="85824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데이터가 뽑힐 클라이언트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디렉토리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경로를 설정합니다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12" name="꺾인 연결선 11"/>
          <p:cNvCxnSpPr>
            <a:cxnSpLocks/>
            <a:stCxn id="6" idx="0"/>
            <a:endCxn id="11" idx="1"/>
          </p:cNvCxnSpPr>
          <p:nvPr/>
        </p:nvCxnSpPr>
        <p:spPr>
          <a:xfrm rot="5400000" flipH="1" flipV="1">
            <a:off x="4317162" y="1596553"/>
            <a:ext cx="648662" cy="1651367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4427835" y="4780461"/>
            <a:ext cx="3567171" cy="85824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사용할 데이터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인코딩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타입을 설정 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9440700" y="4999582"/>
            <a:ext cx="3296551" cy="85824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사용할 데이터의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포멧과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포멧의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확장자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구분자를 설정 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20" name="꺾인 연결선 19"/>
          <p:cNvCxnSpPr>
            <a:cxnSpLocks/>
            <a:stCxn id="7" idx="2"/>
            <a:endCxn id="18" idx="1"/>
          </p:cNvCxnSpPr>
          <p:nvPr/>
        </p:nvCxnSpPr>
        <p:spPr>
          <a:xfrm rot="16200000" flipH="1">
            <a:off x="3129695" y="3911441"/>
            <a:ext cx="1984257" cy="612024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cxnSpLocks/>
          </p:cNvCxnSpPr>
          <p:nvPr/>
        </p:nvCxnSpPr>
        <p:spPr>
          <a:xfrm rot="16200000" flipH="1">
            <a:off x="8601365" y="4633536"/>
            <a:ext cx="908596" cy="716245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206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2E6DE90-217C-4E97-A2B4-023FFCE8A4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29"/>
          <a:stretch/>
        </p:blipFill>
        <p:spPr>
          <a:xfrm>
            <a:off x="2576860" y="1943700"/>
            <a:ext cx="9334158" cy="5630387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2" y="7431968"/>
            <a:ext cx="416620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▶기본 </a:t>
            </a:r>
            <a:r>
              <a:rPr lang="ko-KR" altLang="en-US" sz="40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셋팅</a:t>
            </a:r>
            <a:endParaRPr lang="ko-KR" altLang="en-US" sz="40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AF6D6F-691A-40AB-82FD-2502EDED815E}"/>
              </a:ext>
            </a:extLst>
          </p:cNvPr>
          <p:cNvSpPr/>
          <p:nvPr/>
        </p:nvSpPr>
        <p:spPr>
          <a:xfrm>
            <a:off x="3705891" y="2780089"/>
            <a:ext cx="1224000" cy="181740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AF6D6F-691A-40AB-82FD-2502EDED815E}"/>
              </a:ext>
            </a:extLst>
          </p:cNvPr>
          <p:cNvSpPr/>
          <p:nvPr/>
        </p:nvSpPr>
        <p:spPr>
          <a:xfrm>
            <a:off x="3705891" y="3007666"/>
            <a:ext cx="1206000" cy="177803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0AF6D6F-691A-40AB-82FD-2502EDED815E}"/>
              </a:ext>
            </a:extLst>
          </p:cNvPr>
          <p:cNvSpPr/>
          <p:nvPr/>
        </p:nvSpPr>
        <p:spPr>
          <a:xfrm>
            <a:off x="7819905" y="3007664"/>
            <a:ext cx="2485534" cy="1592691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4911891" y="5845896"/>
            <a:ext cx="4004798" cy="11521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클라이언트에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셋팅한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인코딩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형식 및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포멧과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동일하게 사용한다면 해당 버튼을 클릭 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12" name="꺾인 연결선 11"/>
          <p:cNvCxnSpPr>
            <a:stCxn id="9" idx="1"/>
            <a:endCxn id="11" idx="1"/>
          </p:cNvCxnSpPr>
          <p:nvPr/>
        </p:nvCxnSpPr>
        <p:spPr>
          <a:xfrm rot="10800000" flipH="1" flipV="1">
            <a:off x="3705891" y="3096568"/>
            <a:ext cx="1206000" cy="3325392"/>
          </a:xfrm>
          <a:prstGeom prst="bentConnector3">
            <a:avLst>
              <a:gd name="adj1" fmla="val -18955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4904839" y="4794005"/>
            <a:ext cx="4004799" cy="85824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인코딩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타입과 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BOM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사용 여부를 설정 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9968093" y="4880511"/>
            <a:ext cx="2982423" cy="85824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사용할 데이터의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포멧과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포멧의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확장자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구분자를 설정 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15" name="꺾인 연결선 14"/>
          <p:cNvCxnSpPr>
            <a:cxnSpLocks/>
            <a:endCxn id="13" idx="1"/>
          </p:cNvCxnSpPr>
          <p:nvPr/>
        </p:nvCxnSpPr>
        <p:spPr>
          <a:xfrm rot="16200000" flipH="1">
            <a:off x="3759892" y="4078179"/>
            <a:ext cx="1722370" cy="567523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꺾인 연결선 15"/>
          <p:cNvCxnSpPr>
            <a:cxnSpLocks/>
          </p:cNvCxnSpPr>
          <p:nvPr/>
        </p:nvCxnSpPr>
        <p:spPr>
          <a:xfrm rot="16200000" flipH="1">
            <a:off x="9393594" y="4735252"/>
            <a:ext cx="709276" cy="439482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0AF6D6F-691A-40AB-82FD-2502EDED815E}"/>
              </a:ext>
            </a:extLst>
          </p:cNvPr>
          <p:cNvSpPr/>
          <p:nvPr/>
        </p:nvSpPr>
        <p:spPr>
          <a:xfrm>
            <a:off x="3705888" y="3216218"/>
            <a:ext cx="4091017" cy="284536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5736038" y="1326996"/>
            <a:ext cx="3510302" cy="7156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서버 데이터 사용 여부를 설정 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0AF6D6F-691A-40AB-82FD-2502EDED815E}"/>
              </a:ext>
            </a:extLst>
          </p:cNvPr>
          <p:cNvSpPr/>
          <p:nvPr/>
        </p:nvSpPr>
        <p:spPr>
          <a:xfrm>
            <a:off x="3705891" y="2630116"/>
            <a:ext cx="1099516" cy="140844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cxnSp>
        <p:nvCxnSpPr>
          <p:cNvPr id="40" name="꺾인 연결선 39"/>
          <p:cNvCxnSpPr>
            <a:cxnSpLocks/>
            <a:stCxn id="39" idx="0"/>
            <a:endCxn id="26" idx="1"/>
          </p:cNvCxnSpPr>
          <p:nvPr/>
        </p:nvCxnSpPr>
        <p:spPr>
          <a:xfrm rot="5400000" flipH="1" flipV="1">
            <a:off x="4523188" y="1417267"/>
            <a:ext cx="945310" cy="1480389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243382" y="4523020"/>
            <a:ext cx="3006912" cy="105244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서버 파일이 출력될 </a:t>
            </a:r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디렉토리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경로를 설정 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65" name="꺾인 연결선 64"/>
          <p:cNvCxnSpPr>
            <a:cxnSpLocks/>
            <a:stCxn id="8" idx="1"/>
            <a:endCxn id="64" idx="0"/>
          </p:cNvCxnSpPr>
          <p:nvPr/>
        </p:nvCxnSpPr>
        <p:spPr>
          <a:xfrm rot="10800000" flipV="1">
            <a:off x="1746839" y="2870958"/>
            <a:ext cx="1959053" cy="1652061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64EA2926-F3F5-4E8E-B7D7-9CAC65C5118A}"/>
              </a:ext>
            </a:extLst>
          </p:cNvPr>
          <p:cNvSpPr/>
          <p:nvPr/>
        </p:nvSpPr>
        <p:spPr>
          <a:xfrm>
            <a:off x="344611" y="1152500"/>
            <a:ext cx="4104457" cy="578852"/>
          </a:xfrm>
          <a:prstGeom prst="rect">
            <a:avLst/>
          </a:prstGeom>
          <a:noFill/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설정 목록 별 설명 </a:t>
            </a:r>
            <a:r>
              <a:rPr lang="en-US" altLang="ko-KR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– </a:t>
            </a:r>
            <a:r>
              <a:rPr lang="ko-KR" altLang="en-US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서버 설정</a:t>
            </a:r>
          </a:p>
        </p:txBody>
      </p:sp>
    </p:spTree>
    <p:extLst>
      <p:ext uri="{BB962C8B-B14F-4D97-AF65-F5344CB8AC3E}">
        <p14:creationId xmlns:p14="http://schemas.microsoft.com/office/powerpoint/2010/main" val="2897072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B08EFE0-CD2C-437C-B836-9BBAFB33DF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66"/>
          <a:stretch/>
        </p:blipFill>
        <p:spPr>
          <a:xfrm>
            <a:off x="3663546" y="1731351"/>
            <a:ext cx="5112568" cy="5983355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2" y="7417196"/>
            <a:ext cx="404218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▶기본 </a:t>
            </a:r>
            <a:r>
              <a:rPr lang="ko-KR" altLang="en-US" sz="40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셋팅</a:t>
            </a:r>
            <a:endParaRPr lang="ko-KR" altLang="en-US" sz="40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EA2926-F3F5-4E8E-B7D7-9CAC65C5118A}"/>
              </a:ext>
            </a:extLst>
          </p:cNvPr>
          <p:cNvSpPr/>
          <p:nvPr/>
        </p:nvSpPr>
        <p:spPr>
          <a:xfrm>
            <a:off x="344611" y="1152500"/>
            <a:ext cx="4104457" cy="578852"/>
          </a:xfrm>
          <a:prstGeom prst="rect">
            <a:avLst/>
          </a:prstGeom>
          <a:noFill/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설정 목록 별 설명 </a:t>
            </a:r>
            <a:r>
              <a:rPr lang="en-US" altLang="ko-KR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– </a:t>
            </a:r>
            <a:r>
              <a:rPr lang="ko-KR" altLang="en-US" sz="2400" dirty="0" err="1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설정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AF6D6F-691A-40AB-82FD-2502EDED815E}"/>
              </a:ext>
            </a:extLst>
          </p:cNvPr>
          <p:cNvSpPr/>
          <p:nvPr/>
        </p:nvSpPr>
        <p:spPr>
          <a:xfrm>
            <a:off x="5486677" y="2274634"/>
            <a:ext cx="835723" cy="174010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AF6D6F-691A-40AB-82FD-2502EDED815E}"/>
              </a:ext>
            </a:extLst>
          </p:cNvPr>
          <p:cNvSpPr/>
          <p:nvPr/>
        </p:nvSpPr>
        <p:spPr>
          <a:xfrm>
            <a:off x="4912638" y="2754998"/>
            <a:ext cx="720000" cy="1354296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7076107" y="2787399"/>
            <a:ext cx="3744416" cy="7156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사용 여부를 설정 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11" name="꺾인 연결선 10"/>
          <p:cNvCxnSpPr>
            <a:cxnSpLocks/>
            <a:stCxn id="8" idx="3"/>
            <a:endCxn id="10" idx="0"/>
          </p:cNvCxnSpPr>
          <p:nvPr/>
        </p:nvCxnSpPr>
        <p:spPr>
          <a:xfrm>
            <a:off x="6322400" y="2361639"/>
            <a:ext cx="2625915" cy="425760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6446271" y="4814212"/>
            <a:ext cx="4374252" cy="108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어떤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레포지토리를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사용하는지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설정 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r>
              <a:rPr lang="en-US" altLang="ko-KR" sz="2000" dirty="0">
                <a:solidFill>
                  <a:srgbClr val="FF000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※ pV4 </a:t>
            </a:r>
            <a:r>
              <a:rPr lang="ko-KR" altLang="en-US" sz="2000" dirty="0">
                <a:solidFill>
                  <a:srgbClr val="FF000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는</a:t>
            </a:r>
            <a:r>
              <a:rPr lang="en-US" altLang="ko-KR" sz="2000" dirty="0">
                <a:solidFill>
                  <a:srgbClr val="FF000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2000" dirty="0">
                <a:solidFill>
                  <a:srgbClr val="FF000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현재 작업 진행 중 입니다</a:t>
            </a:r>
            <a:r>
              <a:rPr lang="en-US" altLang="ko-KR" sz="2000" dirty="0">
                <a:solidFill>
                  <a:srgbClr val="FF000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23" name="꺾인 연결선 22"/>
          <p:cNvCxnSpPr>
            <a:cxnSpLocks/>
            <a:stCxn id="9" idx="2"/>
            <a:endCxn id="17" idx="1"/>
          </p:cNvCxnSpPr>
          <p:nvPr/>
        </p:nvCxnSpPr>
        <p:spPr>
          <a:xfrm rot="16200000" flipH="1">
            <a:off x="5235996" y="4145935"/>
            <a:ext cx="1246917" cy="1173633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D673AA1-F375-4F8B-9965-CC5E0F97C47C}"/>
              </a:ext>
            </a:extLst>
          </p:cNvPr>
          <p:cNvSpPr/>
          <p:nvPr/>
        </p:nvSpPr>
        <p:spPr>
          <a:xfrm>
            <a:off x="6777205" y="3799728"/>
            <a:ext cx="4043318" cy="7156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히스토리 출력 최대 개수를 설정 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2A85C3B-E9CD-4F12-B8E5-19ABBB9634D1}"/>
              </a:ext>
            </a:extLst>
          </p:cNvPr>
          <p:cNvSpPr/>
          <p:nvPr/>
        </p:nvSpPr>
        <p:spPr>
          <a:xfrm>
            <a:off x="5885168" y="2487514"/>
            <a:ext cx="874464" cy="174010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cxnSp>
        <p:nvCxnSpPr>
          <p:cNvPr id="25" name="꺾인 연결선 10">
            <a:extLst>
              <a:ext uri="{FF2B5EF4-FFF2-40B4-BE49-F238E27FC236}">
                <a16:creationId xmlns:a16="http://schemas.microsoft.com/office/drawing/2014/main" id="{784FFF9F-9713-4CB4-B092-2AB14F97C151}"/>
              </a:ext>
            </a:extLst>
          </p:cNvPr>
          <p:cNvCxnSpPr>
            <a:cxnSpLocks/>
            <a:stCxn id="24" idx="2"/>
            <a:endCxn id="20" idx="1"/>
          </p:cNvCxnSpPr>
          <p:nvPr/>
        </p:nvCxnSpPr>
        <p:spPr>
          <a:xfrm rot="16200000" flipH="1">
            <a:off x="5801795" y="3182128"/>
            <a:ext cx="1496014" cy="454805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348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DCD4512-57F0-4E6C-8C02-1E1AC2E809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84"/>
          <a:stretch/>
        </p:blipFill>
        <p:spPr>
          <a:xfrm>
            <a:off x="1667044" y="1975030"/>
            <a:ext cx="9370387" cy="5674501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2" y="7417196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▶기본 </a:t>
            </a:r>
            <a:r>
              <a:rPr lang="ko-KR" altLang="en-US" sz="40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셋팅</a:t>
            </a:r>
            <a:endParaRPr lang="ko-KR" altLang="en-US" sz="40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EA2926-F3F5-4E8E-B7D7-9CAC65C5118A}"/>
              </a:ext>
            </a:extLst>
          </p:cNvPr>
          <p:cNvSpPr/>
          <p:nvPr/>
        </p:nvSpPr>
        <p:spPr>
          <a:xfrm>
            <a:off x="344611" y="1152500"/>
            <a:ext cx="4104457" cy="578852"/>
          </a:xfrm>
          <a:prstGeom prst="rect">
            <a:avLst/>
          </a:prstGeom>
          <a:noFill/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설정 목록 별 설명 </a:t>
            </a:r>
            <a:r>
              <a:rPr lang="en-US" altLang="ko-KR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– </a:t>
            </a:r>
            <a:r>
              <a:rPr lang="ko-KR" altLang="en-US" sz="2400" dirty="0" err="1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코드제네레이터</a:t>
            </a:r>
            <a:r>
              <a:rPr lang="ko-KR" altLang="en-US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설정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0AF6D6F-691A-40AB-82FD-2502EDED815E}"/>
              </a:ext>
            </a:extLst>
          </p:cNvPr>
          <p:cNvSpPr/>
          <p:nvPr/>
        </p:nvSpPr>
        <p:spPr>
          <a:xfrm>
            <a:off x="3488131" y="2632898"/>
            <a:ext cx="888929" cy="189024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AF6D6F-691A-40AB-82FD-2502EDED815E}"/>
              </a:ext>
            </a:extLst>
          </p:cNvPr>
          <p:cNvSpPr/>
          <p:nvPr/>
        </p:nvSpPr>
        <p:spPr>
          <a:xfrm>
            <a:off x="2774952" y="2834899"/>
            <a:ext cx="1242068" cy="165955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0AF6D6F-691A-40AB-82FD-2502EDED815E}"/>
              </a:ext>
            </a:extLst>
          </p:cNvPr>
          <p:cNvSpPr/>
          <p:nvPr/>
        </p:nvSpPr>
        <p:spPr>
          <a:xfrm>
            <a:off x="3582888" y="3017456"/>
            <a:ext cx="955824" cy="165956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0AF6D6F-691A-40AB-82FD-2502EDED815E}"/>
              </a:ext>
            </a:extLst>
          </p:cNvPr>
          <p:cNvSpPr/>
          <p:nvPr/>
        </p:nvSpPr>
        <p:spPr>
          <a:xfrm>
            <a:off x="6897340" y="2997097"/>
            <a:ext cx="2369284" cy="1616426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4888420" y="1807552"/>
            <a:ext cx="3763400" cy="7156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코드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제네레이터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사용 여부를 설정 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14" name="꺾인 연결선 13"/>
          <p:cNvCxnSpPr>
            <a:stCxn id="7" idx="0"/>
            <a:endCxn id="13" idx="1"/>
          </p:cNvCxnSpPr>
          <p:nvPr/>
        </p:nvCxnSpPr>
        <p:spPr>
          <a:xfrm rot="5400000" flipH="1" flipV="1">
            <a:off x="4176740" y="1921218"/>
            <a:ext cx="467536" cy="955824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3107204" y="3599884"/>
            <a:ext cx="3744416" cy="7156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사용할 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C# </a:t>
            </a:r>
            <a:r>
              <a:rPr lang="en-US" altLang="ko-KR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namesPACE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를 입력합니다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20" name="꺾인 연결선 19"/>
          <p:cNvCxnSpPr>
            <a:cxnSpLocks/>
            <a:stCxn id="11" idx="3"/>
          </p:cNvCxnSpPr>
          <p:nvPr/>
        </p:nvCxnSpPr>
        <p:spPr>
          <a:xfrm>
            <a:off x="4538712" y="3100434"/>
            <a:ext cx="366186" cy="453328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3107204" y="4696816"/>
            <a:ext cx="3744416" cy="7156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Code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가 출력될 경로를 설정합니다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29" name="꺾인 연결선 28"/>
          <p:cNvCxnSpPr>
            <a:cxnSpLocks/>
            <a:stCxn id="8" idx="1"/>
            <a:endCxn id="28" idx="1"/>
          </p:cNvCxnSpPr>
          <p:nvPr/>
        </p:nvCxnSpPr>
        <p:spPr>
          <a:xfrm rot="10800000" flipH="1" flipV="1">
            <a:off x="2774952" y="2917876"/>
            <a:ext cx="332252" cy="2136749"/>
          </a:xfrm>
          <a:prstGeom prst="bentConnector3">
            <a:avLst>
              <a:gd name="adj1" fmla="val -68803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8651820" y="5001266"/>
            <a:ext cx="3744416" cy="7156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추가로 필요한 </a:t>
            </a:r>
            <a:r>
              <a:rPr lang="en-US" altLang="ko-KR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NameSpace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들을 입력합니다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38" name="꺾인 연결선 37"/>
          <p:cNvCxnSpPr>
            <a:stCxn id="12" idx="2"/>
            <a:endCxn id="37" idx="1"/>
          </p:cNvCxnSpPr>
          <p:nvPr/>
        </p:nvCxnSpPr>
        <p:spPr>
          <a:xfrm rot="16200000" flipH="1">
            <a:off x="7994125" y="4701380"/>
            <a:ext cx="745553" cy="569838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348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8E05FFA3-03B9-4B45-A98C-028258833A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4" t="2359" r="49480"/>
          <a:stretch/>
        </p:blipFill>
        <p:spPr>
          <a:xfrm>
            <a:off x="3873003" y="1836461"/>
            <a:ext cx="5616823" cy="5833020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2" y="7417196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▶기본 </a:t>
            </a:r>
            <a:r>
              <a:rPr lang="ko-KR" altLang="en-US" sz="40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셋팅</a:t>
            </a:r>
            <a:endParaRPr lang="ko-KR" altLang="en-US" sz="40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EA2926-F3F5-4E8E-B7D7-9CAC65C5118A}"/>
              </a:ext>
            </a:extLst>
          </p:cNvPr>
          <p:cNvSpPr/>
          <p:nvPr/>
        </p:nvSpPr>
        <p:spPr>
          <a:xfrm>
            <a:off x="344611" y="1152500"/>
            <a:ext cx="4104457" cy="578852"/>
          </a:xfrm>
          <a:prstGeom prst="rect">
            <a:avLst/>
          </a:prstGeom>
          <a:noFill/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설정 목록 별 설명 </a:t>
            </a:r>
            <a:r>
              <a:rPr lang="en-US" altLang="ko-KR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– </a:t>
            </a:r>
            <a:r>
              <a:rPr lang="ko-KR" altLang="en-US" sz="2400" dirty="0" err="1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스트링</a:t>
            </a:r>
            <a:r>
              <a:rPr lang="ko-KR" altLang="en-US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테이블 설정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0AF6D6F-691A-40AB-82FD-2502EDED815E}"/>
              </a:ext>
            </a:extLst>
          </p:cNvPr>
          <p:cNvSpPr/>
          <p:nvPr/>
        </p:nvSpPr>
        <p:spPr>
          <a:xfrm>
            <a:off x="6011692" y="2413618"/>
            <a:ext cx="957656" cy="161620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AF6D6F-691A-40AB-82FD-2502EDED815E}"/>
              </a:ext>
            </a:extLst>
          </p:cNvPr>
          <p:cNvSpPr/>
          <p:nvPr/>
        </p:nvSpPr>
        <p:spPr>
          <a:xfrm>
            <a:off x="5205414" y="2592661"/>
            <a:ext cx="1512000" cy="216023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6609307" y="3328582"/>
            <a:ext cx="3748197" cy="7156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스트링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테이블 사용 여부를 설정 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6609308" y="4395161"/>
            <a:ext cx="3748197" cy="7156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스트링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테이블이 추출될 경로를 설정 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11" name="꺾인 연결선 10"/>
          <p:cNvCxnSpPr>
            <a:cxnSpLocks/>
            <a:stCxn id="7" idx="3"/>
            <a:endCxn id="9" idx="0"/>
          </p:cNvCxnSpPr>
          <p:nvPr/>
        </p:nvCxnSpPr>
        <p:spPr>
          <a:xfrm>
            <a:off x="6969348" y="2494428"/>
            <a:ext cx="1514058" cy="834154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13"/>
          <p:cNvCxnSpPr>
            <a:cxnSpLocks/>
            <a:stCxn id="8" idx="2"/>
            <a:endCxn id="10" idx="1"/>
          </p:cNvCxnSpPr>
          <p:nvPr/>
        </p:nvCxnSpPr>
        <p:spPr>
          <a:xfrm rot="16200000" flipH="1">
            <a:off x="5313218" y="3456880"/>
            <a:ext cx="1944287" cy="647894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7310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E94323D7-14E5-4F53-A278-37851285D9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71" r="43766"/>
          <a:stretch/>
        </p:blipFill>
        <p:spPr>
          <a:xfrm>
            <a:off x="3838608" y="1831980"/>
            <a:ext cx="5755390" cy="5833021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1" y="7417196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▶기본 </a:t>
            </a:r>
            <a:r>
              <a:rPr lang="ko-KR" altLang="en-US" sz="40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셋팅</a:t>
            </a:r>
            <a:endParaRPr lang="ko-KR" altLang="en-US" sz="40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EA2926-F3F5-4E8E-B7D7-9CAC65C5118A}"/>
              </a:ext>
            </a:extLst>
          </p:cNvPr>
          <p:cNvSpPr/>
          <p:nvPr/>
        </p:nvSpPr>
        <p:spPr>
          <a:xfrm>
            <a:off x="344611" y="1152500"/>
            <a:ext cx="4104457" cy="578852"/>
          </a:xfrm>
          <a:prstGeom prst="rect">
            <a:avLst/>
          </a:prstGeom>
          <a:noFill/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설정 목록 별 설명 </a:t>
            </a:r>
            <a:r>
              <a:rPr lang="en-US" altLang="ko-KR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– </a:t>
            </a:r>
            <a:r>
              <a:rPr lang="ko-KR" altLang="en-US" sz="2400" dirty="0" err="1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브렌치</a:t>
            </a:r>
            <a:r>
              <a:rPr lang="ko-KR" altLang="en-US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설정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0AF6D6F-691A-40AB-82FD-2502EDED815E}"/>
              </a:ext>
            </a:extLst>
          </p:cNvPr>
          <p:cNvSpPr/>
          <p:nvPr/>
        </p:nvSpPr>
        <p:spPr>
          <a:xfrm>
            <a:off x="5241156" y="2664669"/>
            <a:ext cx="1261748" cy="179042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6502904" y="3600772"/>
            <a:ext cx="3748197" cy="7156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브렌치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스위칭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여부를 설정 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9" name="꺾인 연결선 8"/>
          <p:cNvCxnSpPr>
            <a:cxnSpLocks/>
            <a:stCxn id="7" idx="2"/>
            <a:endCxn id="8" idx="1"/>
          </p:cNvCxnSpPr>
          <p:nvPr/>
        </p:nvCxnSpPr>
        <p:spPr>
          <a:xfrm rot="16200000" flipH="1">
            <a:off x="5630032" y="3085709"/>
            <a:ext cx="1114871" cy="630874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7310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1" y="7417196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▶기본 </a:t>
            </a:r>
            <a:r>
              <a:rPr lang="ko-KR" altLang="en-US" sz="40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셋팅</a:t>
            </a:r>
            <a:endParaRPr lang="ko-KR" altLang="en-US" sz="40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EA2926-F3F5-4E8E-B7D7-9CAC65C5118A}"/>
              </a:ext>
            </a:extLst>
          </p:cNvPr>
          <p:cNvSpPr/>
          <p:nvPr/>
        </p:nvSpPr>
        <p:spPr>
          <a:xfrm>
            <a:off x="344611" y="1152500"/>
            <a:ext cx="4104457" cy="578852"/>
          </a:xfrm>
          <a:prstGeom prst="rect">
            <a:avLst/>
          </a:prstGeom>
          <a:noFill/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엑셀 파일 </a:t>
            </a:r>
            <a:r>
              <a:rPr lang="ko-KR" altLang="en-US" sz="2400" dirty="0" err="1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설정시</a:t>
            </a:r>
            <a:r>
              <a:rPr lang="ko-KR" altLang="en-US" sz="24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유의 사항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BE9545C-92F1-49C2-A96C-6FEC52E10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684" y="3075891"/>
            <a:ext cx="5688632" cy="263393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FB64191-97A3-48C0-B9F6-17987023C2AD}"/>
              </a:ext>
            </a:extLst>
          </p:cNvPr>
          <p:cNvSpPr/>
          <p:nvPr/>
        </p:nvSpPr>
        <p:spPr>
          <a:xfrm>
            <a:off x="1136700" y="3096716"/>
            <a:ext cx="2315548" cy="858253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6A5EE4F-4E3F-42C5-A7E2-D2EDB4574AFE}"/>
              </a:ext>
            </a:extLst>
          </p:cNvPr>
          <p:cNvSpPr/>
          <p:nvPr/>
        </p:nvSpPr>
        <p:spPr>
          <a:xfrm>
            <a:off x="344610" y="1731352"/>
            <a:ext cx="4824538" cy="1077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반드시 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A1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부터 데이터가 시작해야 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첫번째 열은 컬럼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두 번째 열부터 데이터가 시작되어야 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14" name="꺾인 연결선 8">
            <a:extLst>
              <a:ext uri="{FF2B5EF4-FFF2-40B4-BE49-F238E27FC236}">
                <a16:creationId xmlns:a16="http://schemas.microsoft.com/office/drawing/2014/main" id="{6BD31447-C4BB-4A4D-A370-DE34DED6EE33}"/>
              </a:ext>
            </a:extLst>
          </p:cNvPr>
          <p:cNvCxnSpPr>
            <a:cxnSpLocks/>
            <a:stCxn id="13" idx="2"/>
            <a:endCxn id="6" idx="1"/>
          </p:cNvCxnSpPr>
          <p:nvPr/>
        </p:nvCxnSpPr>
        <p:spPr>
          <a:xfrm rot="5400000">
            <a:off x="1588211" y="2357174"/>
            <a:ext cx="717159" cy="1620179"/>
          </a:xfrm>
          <a:prstGeom prst="bentConnector4">
            <a:avLst>
              <a:gd name="adj1" fmla="val 20081"/>
              <a:gd name="adj2" fmla="val 114110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그림 30">
            <a:extLst>
              <a:ext uri="{FF2B5EF4-FFF2-40B4-BE49-F238E27FC236}">
                <a16:creationId xmlns:a16="http://schemas.microsoft.com/office/drawing/2014/main" id="{76BF1E39-F9C3-4D92-A72C-DF03BE622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9588" y="3818514"/>
            <a:ext cx="1500877" cy="842597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2B739FC3-FB35-4C47-B7C5-92399E27DE3B}"/>
              </a:ext>
            </a:extLst>
          </p:cNvPr>
          <p:cNvSpPr/>
          <p:nvPr/>
        </p:nvSpPr>
        <p:spPr>
          <a:xfrm>
            <a:off x="9201596" y="2016596"/>
            <a:ext cx="4654966" cy="7156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시트 이름에 </a:t>
            </a:r>
            <a:r>
              <a:rPr lang="en-US" altLang="ko-KR" sz="2000" dirty="0">
                <a:solidFill>
                  <a:srgbClr val="F8E71D"/>
                </a:solidFill>
                <a:latin typeface="+mj-lt"/>
                <a:ea typeface="Koverwatch" panose="02020603020101020101" pitchFamily="18" charset="-127"/>
              </a:rPr>
              <a:t>@</a:t>
            </a:r>
            <a:r>
              <a:rPr lang="ko-KR" altLang="en-US" sz="2000" dirty="0">
                <a:solidFill>
                  <a:srgbClr val="F8E71D"/>
                </a:solidFill>
                <a:latin typeface="+mj-lt"/>
                <a:ea typeface="Koverwatch" panose="02020603020101020101" pitchFamily="18" charset="-127"/>
              </a:rPr>
              <a:t>가 맨 앞에 있어야 데이터로 인식합니다</a:t>
            </a:r>
            <a:r>
              <a:rPr lang="en-US" altLang="ko-KR" sz="2000" dirty="0">
                <a:solidFill>
                  <a:srgbClr val="F8E71D"/>
                </a:solidFill>
                <a:latin typeface="+mj-lt"/>
                <a:ea typeface="Koverwatch" panose="02020603020101020101" pitchFamily="18" charset="-127"/>
              </a:rPr>
              <a:t>. </a:t>
            </a:r>
            <a:r>
              <a:rPr lang="ko-KR" altLang="en-US" sz="2000" dirty="0">
                <a:solidFill>
                  <a:srgbClr val="F8E71D"/>
                </a:solidFill>
                <a:latin typeface="+mj-lt"/>
                <a:ea typeface="Koverwatch" panose="02020603020101020101" pitchFamily="18" charset="-127"/>
              </a:rPr>
              <a:t>그렇지 않으면 데이터로 인식하지 않습니다</a:t>
            </a:r>
            <a:r>
              <a:rPr lang="en-US" altLang="ko-KR" sz="2000" dirty="0">
                <a:solidFill>
                  <a:srgbClr val="F8E71D"/>
                </a:solidFill>
                <a:latin typeface="+mj-lt"/>
                <a:ea typeface="Koverwatch" panose="02020603020101020101" pitchFamily="18" charset="-127"/>
              </a:rPr>
              <a:t>.</a:t>
            </a:r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cxnSp>
        <p:nvCxnSpPr>
          <p:cNvPr id="34" name="꺾인 연결선 8">
            <a:extLst>
              <a:ext uri="{FF2B5EF4-FFF2-40B4-BE49-F238E27FC236}">
                <a16:creationId xmlns:a16="http://schemas.microsoft.com/office/drawing/2014/main" id="{D34267D2-CADB-4E70-A8AF-4034162A2D83}"/>
              </a:ext>
            </a:extLst>
          </p:cNvPr>
          <p:cNvCxnSpPr>
            <a:cxnSpLocks/>
            <a:stCxn id="33" idx="2"/>
            <a:endCxn id="41" idx="0"/>
          </p:cNvCxnSpPr>
          <p:nvPr/>
        </p:nvCxnSpPr>
        <p:spPr>
          <a:xfrm rot="5400000">
            <a:off x="10065877" y="2582370"/>
            <a:ext cx="1313356" cy="1613048"/>
          </a:xfrm>
          <a:prstGeom prst="bentConnector3">
            <a:avLst>
              <a:gd name="adj1" fmla="val 50000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21ED002-104E-4DAE-8A6C-074F2BCD3B58}"/>
              </a:ext>
            </a:extLst>
          </p:cNvPr>
          <p:cNvSpPr/>
          <p:nvPr/>
        </p:nvSpPr>
        <p:spPr>
          <a:xfrm>
            <a:off x="9201596" y="4045572"/>
            <a:ext cx="1428869" cy="615539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33431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5" y="7428725"/>
            <a:ext cx="416618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24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</a:t>
            </a:r>
            <a:r>
              <a:rPr lang="en-US" altLang="ko-KR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Define</a:t>
            </a:r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40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셋팅</a:t>
            </a:r>
            <a:endParaRPr lang="ko-KR" altLang="en-US" sz="40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457D4B-D166-474C-A67A-570E22E44CC0}"/>
              </a:ext>
            </a:extLst>
          </p:cNvPr>
          <p:cNvSpPr txBox="1"/>
          <p:nvPr/>
        </p:nvSpPr>
        <p:spPr>
          <a:xfrm>
            <a:off x="0" y="2592660"/>
            <a:ext cx="354483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Enum Define </a:t>
            </a:r>
            <a:r>
              <a:rPr lang="ko-KR" altLang="en-US" sz="2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설정</a:t>
            </a:r>
            <a:endParaRPr lang="en-US" altLang="ko-KR" sz="2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lvl="1" algn="ctr"/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Enum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 대한 설정을 할 수 있습니다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pPr algn="ctr"/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자세한 설정 방법은 샘플데이터에 있는 </a:t>
            </a:r>
            <a:r>
              <a:rPr lang="en-US" altLang="ko-KR" sz="16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enum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Define</a:t>
            </a: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파일의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설명 부분을 확인해주세요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5DFE29-119D-491B-975E-67893D147673}"/>
              </a:ext>
            </a:extLst>
          </p:cNvPr>
          <p:cNvSpPr/>
          <p:nvPr/>
        </p:nvSpPr>
        <p:spPr>
          <a:xfrm>
            <a:off x="3564266" y="2592660"/>
            <a:ext cx="3605761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Data</a:t>
            </a:r>
            <a:r>
              <a:rPr lang="ko-KR" altLang="en-US" sz="2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2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Sheet</a:t>
            </a:r>
            <a:r>
              <a:rPr lang="ko-KR" altLang="en-US" sz="2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2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Define </a:t>
            </a:r>
            <a:r>
              <a:rPr lang="ko-KR" altLang="en-US" sz="2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설정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Data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Sheet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 대한 설정을 할 수 있습니다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pPr algn="ctr"/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자세한 설정 방법은 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샘플데이터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 있는 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각 </a:t>
            </a:r>
            <a:r>
              <a:rPr lang="en-US" altLang="ko-KR" sz="16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Deine</a:t>
            </a: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설명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부분을 확인해주세요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13B7FD6-435D-42FF-AAD9-BED8AD04C941}"/>
              </a:ext>
            </a:extLst>
          </p:cNvPr>
          <p:cNvSpPr/>
          <p:nvPr/>
        </p:nvSpPr>
        <p:spPr>
          <a:xfrm>
            <a:off x="7170026" y="2592660"/>
            <a:ext cx="360040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DataField</a:t>
            </a:r>
            <a:r>
              <a:rPr lang="en-US" altLang="ko-KR" sz="24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2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Define </a:t>
            </a:r>
            <a:r>
              <a:rPr lang="ko-KR" altLang="en-US" sz="2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설정</a:t>
            </a:r>
            <a:endParaRPr lang="en-US" altLang="ko-KR" sz="2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DataField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define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 대한 설정을 할 수 있습니다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pPr algn="ctr"/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자세한 설정 방법은 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샘플데이터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 있는 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각 </a:t>
            </a:r>
            <a:r>
              <a:rPr lang="en-US" altLang="ko-KR" sz="16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Deine</a:t>
            </a: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설명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부분을 확인해주세요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51F552A-8D53-4D24-A05E-9E545039EC58}"/>
              </a:ext>
            </a:extLst>
          </p:cNvPr>
          <p:cNvCxnSpPr/>
          <p:nvPr/>
        </p:nvCxnSpPr>
        <p:spPr>
          <a:xfrm>
            <a:off x="3544835" y="2592660"/>
            <a:ext cx="0" cy="4752528"/>
          </a:xfrm>
          <a:prstGeom prst="line">
            <a:avLst/>
          </a:prstGeom>
          <a:ln>
            <a:solidFill>
              <a:srgbClr val="00A48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EA11E30-B1F0-4D4B-B28B-0BC673BF25DC}"/>
              </a:ext>
            </a:extLst>
          </p:cNvPr>
          <p:cNvCxnSpPr/>
          <p:nvPr/>
        </p:nvCxnSpPr>
        <p:spPr>
          <a:xfrm>
            <a:off x="7170027" y="2592660"/>
            <a:ext cx="0" cy="4752528"/>
          </a:xfrm>
          <a:prstGeom prst="line">
            <a:avLst/>
          </a:prstGeom>
          <a:ln>
            <a:solidFill>
              <a:srgbClr val="00A48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3162587-E33B-4256-91B6-982723C3FEE2}"/>
              </a:ext>
            </a:extLst>
          </p:cNvPr>
          <p:cNvSpPr txBox="1"/>
          <p:nvPr/>
        </p:nvSpPr>
        <p:spPr>
          <a:xfrm>
            <a:off x="2000796" y="1237282"/>
            <a:ext cx="98204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solidFill>
                  <a:srgbClr val="00A48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overwatch" panose="02020603020101020101" pitchFamily="18" charset="-127"/>
                <a:ea typeface="Koverwatch" panose="02020603020101020101" pitchFamily="18" charset="-127"/>
              </a:rPr>
              <a:t>4</a:t>
            </a:r>
            <a:r>
              <a:rPr lang="ko-KR" altLang="en-US" sz="5400" dirty="0">
                <a:solidFill>
                  <a:srgbClr val="00A48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overwatch" panose="02020603020101020101" pitchFamily="18" charset="-127"/>
                <a:ea typeface="Koverwatch" panose="02020603020101020101" pitchFamily="18" charset="-127"/>
              </a:rPr>
              <a:t>가지의 </a:t>
            </a:r>
            <a:r>
              <a:rPr lang="en-US" altLang="ko-KR" sz="5400" dirty="0">
                <a:solidFill>
                  <a:srgbClr val="00A48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overwatch" panose="02020603020101020101" pitchFamily="18" charset="-127"/>
                <a:ea typeface="Koverwatch" panose="02020603020101020101" pitchFamily="18" charset="-127"/>
              </a:rPr>
              <a:t>Define </a:t>
            </a:r>
            <a:r>
              <a:rPr lang="ko-KR" altLang="en-US" sz="5400" dirty="0">
                <a:solidFill>
                  <a:srgbClr val="00A48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overwatch" panose="02020603020101020101" pitchFamily="18" charset="-127"/>
                <a:ea typeface="Koverwatch" panose="02020603020101020101" pitchFamily="18" charset="-127"/>
              </a:rPr>
              <a:t>파일 설정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1DC07C7-7924-418C-B99D-E2BDFAD70FEE}"/>
              </a:ext>
            </a:extLst>
          </p:cNvPr>
          <p:cNvCxnSpPr/>
          <p:nvPr/>
        </p:nvCxnSpPr>
        <p:spPr>
          <a:xfrm>
            <a:off x="10770426" y="2592660"/>
            <a:ext cx="0" cy="4752528"/>
          </a:xfrm>
          <a:prstGeom prst="line">
            <a:avLst/>
          </a:prstGeom>
          <a:ln>
            <a:solidFill>
              <a:srgbClr val="00A48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9E1B7B-0DB3-491A-97B2-A63D8E7660CC}"/>
              </a:ext>
            </a:extLst>
          </p:cNvPr>
          <p:cNvSpPr/>
          <p:nvPr/>
        </p:nvSpPr>
        <p:spPr>
          <a:xfrm>
            <a:off x="10770425" y="2592660"/>
            <a:ext cx="3312285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Brench</a:t>
            </a:r>
            <a:r>
              <a:rPr lang="en-US" altLang="ko-KR" sz="2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Define </a:t>
            </a:r>
            <a:r>
              <a:rPr lang="ko-KR" altLang="en-US" sz="2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설정</a:t>
            </a:r>
            <a:endParaRPr lang="en-US" altLang="ko-KR" sz="2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Brench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Define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 대한 설정을 할 수 있습니다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pPr algn="ctr"/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자세한 설정 방법은 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샘플데이터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 있는 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Brench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파일의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설명 부분을 확인해주세요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r>
              <a:rPr lang="ko-KR" altLang="en-US" sz="16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브렌치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기능에 대한 자세한 내용은 아래 나오는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algn="ctr"/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핵심 기능 목록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의 </a:t>
            </a: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[8]</a:t>
            </a:r>
            <a:r>
              <a:rPr lang="ko-KR" altLang="en-US" sz="16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브렌치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기능을 확인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해주세요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2A86B18D-C447-478D-84F1-7FBDC0647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571" y="5256956"/>
            <a:ext cx="3240360" cy="26799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D4448458-BE4A-425E-96EC-F79438CF0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9969" y="5256956"/>
            <a:ext cx="3240360" cy="267999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6B85FADA-04F7-482D-9C6F-C3F0F0032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4933" y="5689004"/>
            <a:ext cx="3223247" cy="165618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7578676B-C812-48E6-81D9-4FBAC1B699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969" y="5692821"/>
            <a:ext cx="3225015" cy="1652367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210A7A96-4E32-4567-A0CF-C87CA8FBB1F9}"/>
              </a:ext>
            </a:extLst>
          </p:cNvPr>
          <p:cNvSpPr/>
          <p:nvPr/>
        </p:nvSpPr>
        <p:spPr>
          <a:xfrm>
            <a:off x="6350502" y="5307312"/>
            <a:ext cx="548283" cy="149194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13E83A7-EAEE-40AE-8EB5-EB86C35630F5}"/>
              </a:ext>
            </a:extLst>
          </p:cNvPr>
          <p:cNvSpPr/>
          <p:nvPr/>
        </p:nvSpPr>
        <p:spPr>
          <a:xfrm>
            <a:off x="9958534" y="5278651"/>
            <a:ext cx="548283" cy="149194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F82BB85A-B7D8-4F5E-B0DF-0E6648686F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916" y="4417518"/>
            <a:ext cx="1552792" cy="695422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9A035C10-1631-4415-9FA2-D4D9B700B3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7500" y="4392860"/>
            <a:ext cx="1552792" cy="695422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CA4DA414-761B-4E72-92B4-188A407558AC}"/>
              </a:ext>
            </a:extLst>
          </p:cNvPr>
          <p:cNvSpPr/>
          <p:nvPr/>
        </p:nvSpPr>
        <p:spPr>
          <a:xfrm>
            <a:off x="4798273" y="4481833"/>
            <a:ext cx="1450995" cy="554229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0E78FF6-9896-465F-AF1D-11A187612542}"/>
              </a:ext>
            </a:extLst>
          </p:cNvPr>
          <p:cNvSpPr/>
          <p:nvPr/>
        </p:nvSpPr>
        <p:spPr>
          <a:xfrm>
            <a:off x="8409508" y="4457176"/>
            <a:ext cx="1450995" cy="554229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40FD658D-FCFF-497A-9ED7-1624FEABDF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5660" y="4394586"/>
            <a:ext cx="1524213" cy="562053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7938B8CB-99A6-4F71-A401-2BA18D62B245}"/>
              </a:ext>
            </a:extLst>
          </p:cNvPr>
          <p:cNvSpPr/>
          <p:nvPr/>
        </p:nvSpPr>
        <p:spPr>
          <a:xfrm>
            <a:off x="11663163" y="4518267"/>
            <a:ext cx="706786" cy="234633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158DD2BA-16E7-4830-82CC-55B82D004A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392" y="4920133"/>
            <a:ext cx="2024050" cy="1776983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B62E420B-8EC3-4B1D-8B3E-C7A14BA11B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228" y="4487085"/>
            <a:ext cx="1777258" cy="321349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6E1ABF91-FF56-4DA6-A6A7-50A916905F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42709" y="5436134"/>
            <a:ext cx="3167719" cy="1004399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ADD5ACBF-D9D2-4435-96C4-C69A94F1205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01337" y="5050008"/>
            <a:ext cx="1737224" cy="35560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E0BEEA2-569A-42D8-B4EC-C7FDFDFC53E0}"/>
              </a:ext>
            </a:extLst>
          </p:cNvPr>
          <p:cNvSpPr/>
          <p:nvPr/>
        </p:nvSpPr>
        <p:spPr>
          <a:xfrm>
            <a:off x="1755521" y="4562059"/>
            <a:ext cx="821339" cy="190841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9957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3666092" y="7417196"/>
            <a:ext cx="404218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25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04653" y="2747774"/>
            <a:ext cx="125293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2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Game Data Tool</a:t>
            </a:r>
            <a:r>
              <a:rPr lang="ko-KR" altLang="en-US" sz="32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의 기능 설명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04653" y="2664668"/>
            <a:ext cx="12529391" cy="45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04653" y="1541495"/>
            <a:ext cx="125293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[ 3 ] Tool</a:t>
            </a:r>
            <a:r>
              <a:rPr lang="ko-KR" altLang="en-US" sz="66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사용 하기</a:t>
            </a:r>
            <a:endParaRPr lang="en-US" altLang="ko-KR" sz="6600" dirty="0">
              <a:solidFill>
                <a:srgbClr val="00FFCC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05983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1298" y="7417196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26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</a:t>
            </a:r>
            <a:r>
              <a:rPr lang="en-US" altLang="ko-KR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Game</a:t>
            </a:r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Data</a:t>
            </a:r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40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TooL</a:t>
            </a:r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핵심 기능 목록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35D7F5-7CF3-449E-88B5-46ECC14C9FEF}"/>
              </a:ext>
            </a:extLst>
          </p:cNvPr>
          <p:cNvSpPr txBox="1"/>
          <p:nvPr/>
        </p:nvSpPr>
        <p:spPr>
          <a:xfrm>
            <a:off x="632644" y="1186272"/>
            <a:ext cx="10297144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en-US" altLang="ko-KR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Excel</a:t>
            </a: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</a:t>
            </a:r>
            <a:r>
              <a:rPr lang="ko-KR" altLang="en-US" sz="2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원하는 </a:t>
            </a:r>
            <a:r>
              <a:rPr lang="ko-KR" altLang="en-US" sz="2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</a:t>
            </a:r>
            <a:r>
              <a:rPr lang="ko-KR" altLang="en-US" sz="28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으로</a:t>
            </a: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출력</a:t>
            </a:r>
            <a:endParaRPr lang="en-US" altLang="ko-KR" sz="2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2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</a:t>
            </a:r>
            <a:r>
              <a:rPr lang="en-US" altLang="ko-KR" sz="2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Client / Server </a:t>
            </a:r>
            <a:r>
              <a:rPr lang="ko-KR" altLang="en-US" sz="2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데이터로 분리</a:t>
            </a: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하여 추출</a:t>
            </a:r>
            <a:endParaRPr lang="en-US" altLang="ko-KR" sz="2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2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데이터에서 </a:t>
            </a:r>
            <a:r>
              <a:rPr lang="ko-KR" altLang="en-US" sz="2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문제 있는 데이터를 검증</a:t>
            </a:r>
            <a:r>
              <a:rPr lang="en-US" altLang="ko-KR" sz="2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 표시</a:t>
            </a:r>
            <a:endParaRPr lang="en-US" altLang="ko-KR" sz="2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ko-KR" altLang="en-US" sz="2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데이터에서 추출하였을 때</a:t>
            </a:r>
            <a:r>
              <a:rPr lang="en-US" altLang="ko-KR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2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달라진 것이 있는지 비교</a:t>
            </a:r>
            <a:r>
              <a:rPr lang="en-US" altLang="ko-KR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및 표시</a:t>
            </a:r>
            <a:endParaRPr lang="en-US" altLang="ko-KR" sz="2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2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추출된 데이터를 </a:t>
            </a:r>
            <a:r>
              <a:rPr lang="ko-KR" altLang="en-US" sz="2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레포지토리에</a:t>
            </a:r>
            <a:r>
              <a:rPr lang="ko-KR" altLang="en-US" sz="2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2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endParaRPr lang="en-US" altLang="ko-KR" sz="28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28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에서 </a:t>
            </a:r>
            <a:r>
              <a:rPr lang="ko-KR" altLang="en-US" sz="2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엑셀 시트만</a:t>
            </a: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 시트로 인식</a:t>
            </a:r>
            <a:r>
              <a:rPr lang="en-US" altLang="ko-KR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 </a:t>
            </a:r>
            <a:r>
              <a:rPr lang="ko-KR" altLang="en-US" sz="2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컬럼만</a:t>
            </a: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데이터로 인식</a:t>
            </a:r>
            <a:endParaRPr lang="en-US" altLang="ko-KR" sz="2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28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여러 개의 </a:t>
            </a:r>
            <a:r>
              <a:rPr lang="en-US" altLang="ko-KR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파일에 </a:t>
            </a:r>
            <a:r>
              <a:rPr lang="ko-KR" altLang="en-US" sz="2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분리된 데이터 시트</a:t>
            </a: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를 </a:t>
            </a:r>
            <a:r>
              <a:rPr lang="ko-KR" altLang="en-US" sz="2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하나의 파일로</a:t>
            </a: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출력</a:t>
            </a:r>
            <a:endParaRPr lang="en-US" altLang="ko-KR" sz="2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2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여러 개가 아닌 </a:t>
            </a:r>
            <a:r>
              <a:rPr lang="ko-KR" altLang="en-US" sz="2800" dirty="0">
                <a:solidFill>
                  <a:srgbClr val="FFFF0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한 개의 </a:t>
            </a:r>
            <a:r>
              <a:rPr lang="ko-KR" altLang="en-US" sz="2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엑셀 파일</a:t>
            </a:r>
            <a:r>
              <a:rPr lang="ko-KR" altLang="en-US" sz="2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에서 </a:t>
            </a:r>
            <a:r>
              <a:rPr lang="ko-KR" altLang="en-US" sz="2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여러 버전의 </a:t>
            </a:r>
            <a:r>
              <a:rPr lang="en-US" altLang="ko-KR" sz="2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Brench</a:t>
            </a:r>
            <a:r>
              <a:rPr lang="ko-KR" altLang="en-US" sz="2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 관리</a:t>
            </a:r>
            <a:endParaRPr lang="en-US" altLang="ko-KR" sz="28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3465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25D6F722-0E9D-4B9D-B095-9C6D184367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563" t="14625" b="53798"/>
          <a:stretch/>
        </p:blipFill>
        <p:spPr>
          <a:xfrm>
            <a:off x="5142181" y="2597483"/>
            <a:ext cx="8595919" cy="186720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4068B36-DF7E-4634-98C2-FCE329C727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281" t="14937" b="53486"/>
          <a:stretch/>
        </p:blipFill>
        <p:spPr>
          <a:xfrm>
            <a:off x="5125121" y="4591118"/>
            <a:ext cx="8595919" cy="186035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65B44FF-6165-4936-93DF-EAC8F3110B9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010" b="1238"/>
          <a:stretch/>
        </p:blipFill>
        <p:spPr>
          <a:xfrm>
            <a:off x="3399703" y="1440532"/>
            <a:ext cx="1417678" cy="5729571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737788" y="7417196"/>
            <a:ext cx="332209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핵심 기능 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35D7F5-7CF3-449E-88B5-46ECC14C9FEF}"/>
              </a:ext>
            </a:extLst>
          </p:cNvPr>
          <p:cNvSpPr txBox="1"/>
          <p:nvPr/>
        </p:nvSpPr>
        <p:spPr>
          <a:xfrm>
            <a:off x="344613" y="1254993"/>
            <a:ext cx="273630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핵심 기능 목록 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원하는 </a:t>
            </a:r>
            <a:b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포멧으로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출력</a:t>
            </a:r>
            <a:endParaRPr lang="en-US" altLang="ko-KR" sz="16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Client / Server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데이터로 분리하여 추출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데이터에서 문제 있는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데이터를 검증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 표시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데이터에서 추출하였을 때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달라진 것이 있는지 비교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및 표시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추출된 데이터를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레포지토리에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에서 지정된 엑셀 시트만 데이터 시트로 인식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컬럼만 데이터로 인식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여러 개의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파일에 분리된 데이터 시트를 하나의 파일로 출력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한 개의 엑셀 파일에서 여러 버전의 </a:t>
            </a:r>
            <a:r>
              <a:rPr lang="en-US" altLang="ko-KR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Brench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 관리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3080916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3418636" y="6481092"/>
            <a:ext cx="1379812" cy="360038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5169148" y="5543775"/>
            <a:ext cx="3960440" cy="7861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 대한 인코딩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포멧을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설정합니다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125120" y="5003167"/>
            <a:ext cx="4292499" cy="345440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125121" y="2823284"/>
            <a:ext cx="2318408" cy="345440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9417620" y="4703053"/>
            <a:ext cx="2702136" cy="1748416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9417620" y="2823283"/>
            <a:ext cx="2702136" cy="1667372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cxnSp>
        <p:nvCxnSpPr>
          <p:cNvPr id="38" name="꺾인 연결선 37"/>
          <p:cNvCxnSpPr>
            <a:cxnSpLocks/>
            <a:stCxn id="30" idx="1"/>
            <a:endCxn id="28" idx="1"/>
          </p:cNvCxnSpPr>
          <p:nvPr/>
        </p:nvCxnSpPr>
        <p:spPr>
          <a:xfrm rot="10800000" flipH="1" flipV="1">
            <a:off x="5125120" y="2996003"/>
            <a:ext cx="44027" cy="2940861"/>
          </a:xfrm>
          <a:prstGeom prst="bentConnector3">
            <a:avLst>
              <a:gd name="adj1" fmla="val -956470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꺾인 연결선 38"/>
          <p:cNvCxnSpPr>
            <a:cxnSpLocks/>
            <a:stCxn id="29" idx="1"/>
            <a:endCxn id="28" idx="1"/>
          </p:cNvCxnSpPr>
          <p:nvPr/>
        </p:nvCxnSpPr>
        <p:spPr>
          <a:xfrm rot="10800000" flipH="1" flipV="1">
            <a:off x="5125120" y="5175887"/>
            <a:ext cx="44028" cy="760978"/>
          </a:xfrm>
          <a:prstGeom prst="bentConnector3">
            <a:avLst>
              <a:gd name="adj1" fmla="val -519215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9314614" y="6666754"/>
            <a:ext cx="3960440" cy="7861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데이터의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포멧을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선택하고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세부 옵션을 설정합니다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67" name="꺾인 연결선 66"/>
          <p:cNvCxnSpPr>
            <a:cxnSpLocks/>
            <a:stCxn id="32" idx="3"/>
            <a:endCxn id="66" idx="3"/>
          </p:cNvCxnSpPr>
          <p:nvPr/>
        </p:nvCxnSpPr>
        <p:spPr>
          <a:xfrm>
            <a:off x="12119756" y="5577261"/>
            <a:ext cx="1155298" cy="1482583"/>
          </a:xfrm>
          <a:prstGeom prst="bentConnector3">
            <a:avLst>
              <a:gd name="adj1" fmla="val 153946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cxnSpLocks/>
            <a:stCxn id="33" idx="3"/>
            <a:endCxn id="66" idx="3"/>
          </p:cNvCxnSpPr>
          <p:nvPr/>
        </p:nvCxnSpPr>
        <p:spPr>
          <a:xfrm>
            <a:off x="12119756" y="3656969"/>
            <a:ext cx="1155298" cy="3402875"/>
          </a:xfrm>
          <a:prstGeom prst="bentConnector3">
            <a:avLst>
              <a:gd name="adj1" fmla="val 153946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5014298" y="1440532"/>
            <a:ext cx="3960440" cy="7861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Game Data Tool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설정을 선택합니다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77" name="꺾인 연결선 76"/>
          <p:cNvCxnSpPr>
            <a:cxnSpLocks/>
            <a:stCxn id="24" idx="0"/>
            <a:endCxn id="76" idx="1"/>
          </p:cNvCxnSpPr>
          <p:nvPr/>
        </p:nvCxnSpPr>
        <p:spPr>
          <a:xfrm rot="5400000" flipH="1" flipV="1">
            <a:off x="2237685" y="3704479"/>
            <a:ext cx="4647470" cy="905756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0318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750504" y="7417196"/>
            <a:ext cx="332209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핵심 기능 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35D7F5-7CF3-449E-88B5-46ECC14C9FEF}"/>
              </a:ext>
            </a:extLst>
          </p:cNvPr>
          <p:cNvSpPr txBox="1"/>
          <p:nvPr/>
        </p:nvSpPr>
        <p:spPr>
          <a:xfrm>
            <a:off x="344613" y="1254993"/>
            <a:ext cx="273630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핵심 기능 목록 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원하는 </a:t>
            </a:r>
            <a:b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포멧으로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출력</a:t>
            </a:r>
            <a:endParaRPr lang="en-US" altLang="ko-KR" sz="16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Client / Server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데이터로 분리하여 추출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데이터에서 문제 있는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데이터를 검증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 표시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데이터에서 추출하였을 때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달라진 것이 있는지 비교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및 표시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추출된 데이터를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레포지토리에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에서 지정된 엑셀 시트만 데이터 시트로 인식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컬럼만 데이터로 인식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여러 개의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파일에 분리된 데이터 시트를 하나의 파일로 출력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한 개의 엑셀 파일에서 여러 버전의 </a:t>
            </a:r>
            <a:r>
              <a:rPr lang="en-US" altLang="ko-KR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Brench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 관리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3080916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E2B872-F197-4FAB-961D-D37C114D456F}"/>
              </a:ext>
            </a:extLst>
          </p:cNvPr>
          <p:cNvSpPr/>
          <p:nvPr/>
        </p:nvSpPr>
        <p:spPr>
          <a:xfrm>
            <a:off x="3152923" y="1152500"/>
            <a:ext cx="2592279" cy="43204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설정 상세 내용 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: CSV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E208E91-6347-4BA3-BFD9-776A7D973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940" y="1800572"/>
            <a:ext cx="2105319" cy="13051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C22747A-40D3-453E-9B96-CB6034D65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255" y="4140371"/>
            <a:ext cx="2238687" cy="158137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7BB965C-8680-4BAC-9E7F-6BF9F8FD58DA}"/>
              </a:ext>
            </a:extLst>
          </p:cNvPr>
          <p:cNvSpPr/>
          <p:nvPr/>
        </p:nvSpPr>
        <p:spPr>
          <a:xfrm>
            <a:off x="7445950" y="2060035"/>
            <a:ext cx="3960440" cy="7861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CSV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의 확장자는 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2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개로 설정할 수 있습니다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CSV / txt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둘중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하나로 설정 가능합니다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31" name="꺾인 연결선 76">
            <a:extLst>
              <a:ext uri="{FF2B5EF4-FFF2-40B4-BE49-F238E27FC236}">
                <a16:creationId xmlns:a16="http://schemas.microsoft.com/office/drawing/2014/main" id="{135F2B12-44BD-4361-9232-16B27D112D00}"/>
              </a:ext>
            </a:extLst>
          </p:cNvPr>
          <p:cNvCxnSpPr>
            <a:cxnSpLocks/>
            <a:stCxn id="11" idx="0"/>
            <a:endCxn id="9" idx="1"/>
          </p:cNvCxnSpPr>
          <p:nvPr/>
        </p:nvCxnSpPr>
        <p:spPr>
          <a:xfrm rot="16200000" flipH="1">
            <a:off x="5930496" y="937671"/>
            <a:ext cx="270613" cy="2760294"/>
          </a:xfrm>
          <a:prstGeom prst="bentConnector4">
            <a:avLst>
              <a:gd name="adj1" fmla="val -84475"/>
              <a:gd name="adj2" fmla="val 60869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1497B96-B40F-4613-9CAF-0CB99F777427}"/>
              </a:ext>
            </a:extLst>
          </p:cNvPr>
          <p:cNvSpPr/>
          <p:nvPr/>
        </p:nvSpPr>
        <p:spPr>
          <a:xfrm>
            <a:off x="4085602" y="2182512"/>
            <a:ext cx="1200108" cy="482156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6A54B42-AB88-4727-BC2F-E14257547029}"/>
              </a:ext>
            </a:extLst>
          </p:cNvPr>
          <p:cNvSpPr/>
          <p:nvPr/>
        </p:nvSpPr>
        <p:spPr>
          <a:xfrm>
            <a:off x="7589966" y="4464868"/>
            <a:ext cx="3960440" cy="7861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CSV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의 구분자를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선택할 수 있습니다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, ]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와 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tab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중 하나를 선택할 수 있습니다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36" name="꺾인 연결선 76">
            <a:extLst>
              <a:ext uri="{FF2B5EF4-FFF2-40B4-BE49-F238E27FC236}">
                <a16:creationId xmlns:a16="http://schemas.microsoft.com/office/drawing/2014/main" id="{FCC96CD7-E525-47F8-836C-A353C28AC09A}"/>
              </a:ext>
            </a:extLst>
          </p:cNvPr>
          <p:cNvCxnSpPr>
            <a:cxnSpLocks/>
            <a:stCxn id="16" idx="3"/>
            <a:endCxn id="35" idx="1"/>
          </p:cNvCxnSpPr>
          <p:nvPr/>
        </p:nvCxnSpPr>
        <p:spPr>
          <a:xfrm flipV="1">
            <a:off x="5357718" y="4857958"/>
            <a:ext cx="2232248" cy="425832"/>
          </a:xfrm>
          <a:prstGeom prst="bentConnector3">
            <a:avLst>
              <a:gd name="adj1" fmla="val 50000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E180BB2-D3EF-4BCF-962B-AD444251D3E8}"/>
              </a:ext>
            </a:extLst>
          </p:cNvPr>
          <p:cNvSpPr/>
          <p:nvPr/>
        </p:nvSpPr>
        <p:spPr>
          <a:xfrm>
            <a:off x="4085602" y="5008948"/>
            <a:ext cx="1272116" cy="549683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</p:spTree>
    <p:extLst>
      <p:ext uri="{BB962C8B-B14F-4D97-AF65-F5344CB8AC3E}">
        <p14:creationId xmlns:p14="http://schemas.microsoft.com/office/powerpoint/2010/main" val="23351615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750504" y="7417196"/>
            <a:ext cx="332209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핵심 기능 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35D7F5-7CF3-449E-88B5-46ECC14C9FEF}"/>
              </a:ext>
            </a:extLst>
          </p:cNvPr>
          <p:cNvSpPr txBox="1"/>
          <p:nvPr/>
        </p:nvSpPr>
        <p:spPr>
          <a:xfrm>
            <a:off x="344613" y="1254993"/>
            <a:ext cx="273630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핵심 기능 목록 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원하는 </a:t>
            </a:r>
            <a:b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포멧으로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출력</a:t>
            </a:r>
            <a:endParaRPr lang="en-US" altLang="ko-KR" sz="16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Client / Server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데이터로 분리하여 추출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데이터에서 문제 있는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데이터를 검증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 표시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데이터에서 추출하였을 때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달라진 것이 있는지 비교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및 표시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추출된 데이터를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레포지토리에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에서 지정된 엑셀 시트만 데이터 시트로 인식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컬럼만 데이터로 인식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여러 개의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파일에 분리된 데이터 시트를 하나의 파일로 출력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한 개의 엑셀 파일에서 여러 버전의 </a:t>
            </a:r>
            <a:r>
              <a:rPr lang="en-US" altLang="ko-KR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Brench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 관리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3080916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E2B872-F197-4FAB-961D-D37C114D456F}"/>
              </a:ext>
            </a:extLst>
          </p:cNvPr>
          <p:cNvSpPr/>
          <p:nvPr/>
        </p:nvSpPr>
        <p:spPr>
          <a:xfrm>
            <a:off x="3152924" y="1152500"/>
            <a:ext cx="2592283" cy="43204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설정 상세 내용 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: JSON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13BF9E3-1451-4538-9EAC-AC9DC9B41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826" y="1862934"/>
            <a:ext cx="2162477" cy="134321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33503CA-6A56-4A6B-B3B1-AE5D5B1CF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826" y="3888804"/>
            <a:ext cx="2161344" cy="140841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C36EE4A-A95E-4200-83B4-8A3F2EE089E3}"/>
              </a:ext>
            </a:extLst>
          </p:cNvPr>
          <p:cNvSpPr/>
          <p:nvPr/>
        </p:nvSpPr>
        <p:spPr>
          <a:xfrm>
            <a:off x="7545412" y="2088604"/>
            <a:ext cx="3960440" cy="7861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JSON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의 확장자는 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2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개로 설정할 수 있습니다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json / txt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둘중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하나로 설정 가능합니다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10" name="꺾인 연결선 76">
            <a:extLst>
              <a:ext uri="{FF2B5EF4-FFF2-40B4-BE49-F238E27FC236}">
                <a16:creationId xmlns:a16="http://schemas.microsoft.com/office/drawing/2014/main" id="{54DC36F7-7DCF-4A29-8963-0773858FCC92}"/>
              </a:ext>
            </a:extLst>
          </p:cNvPr>
          <p:cNvCxnSpPr>
            <a:cxnSpLocks/>
            <a:stCxn id="11" idx="0"/>
            <a:endCxn id="9" idx="1"/>
          </p:cNvCxnSpPr>
          <p:nvPr/>
        </p:nvCxnSpPr>
        <p:spPr>
          <a:xfrm rot="16200000" flipH="1">
            <a:off x="6029958" y="966240"/>
            <a:ext cx="270613" cy="2760294"/>
          </a:xfrm>
          <a:prstGeom prst="bentConnector4">
            <a:avLst>
              <a:gd name="adj1" fmla="val -84475"/>
              <a:gd name="adj2" fmla="val 60869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F0CE1AF-8709-4EE1-B9B1-880EC3E3337A}"/>
              </a:ext>
            </a:extLst>
          </p:cNvPr>
          <p:cNvSpPr/>
          <p:nvPr/>
        </p:nvSpPr>
        <p:spPr>
          <a:xfrm>
            <a:off x="4185064" y="2211081"/>
            <a:ext cx="1200108" cy="482156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744FFDB-4CDB-452A-BBD4-A5826CCBA3ED}"/>
              </a:ext>
            </a:extLst>
          </p:cNvPr>
          <p:cNvSpPr/>
          <p:nvPr/>
        </p:nvSpPr>
        <p:spPr>
          <a:xfrm>
            <a:off x="7761436" y="4171862"/>
            <a:ext cx="5328592" cy="20211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JSON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은 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2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가지 타입으로 설정합니다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Array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안에 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Object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만 존재하는 타입과 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class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맵핑에 맞춰  뽑는 </a:t>
            </a:r>
            <a:r>
              <a:rPr lang="en-US" altLang="ko-KR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JsonPathType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이 있습니다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자세한 내용은 샘플 데이터에 있는 설정 설명 문서를 참고해주세요</a:t>
            </a:r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cxnSp>
        <p:nvCxnSpPr>
          <p:cNvPr id="13" name="꺾인 연결선 76">
            <a:extLst>
              <a:ext uri="{FF2B5EF4-FFF2-40B4-BE49-F238E27FC236}">
                <a16:creationId xmlns:a16="http://schemas.microsoft.com/office/drawing/2014/main" id="{7B93954A-90A7-46BA-994F-EA4E278BF955}"/>
              </a:ext>
            </a:extLst>
          </p:cNvPr>
          <p:cNvCxnSpPr>
            <a:cxnSpLocks/>
            <a:stCxn id="14" idx="3"/>
            <a:endCxn id="12" idx="1"/>
          </p:cNvCxnSpPr>
          <p:nvPr/>
        </p:nvCxnSpPr>
        <p:spPr>
          <a:xfrm>
            <a:off x="5385172" y="4990784"/>
            <a:ext cx="2376264" cy="191677"/>
          </a:xfrm>
          <a:prstGeom prst="bentConnector3">
            <a:avLst>
              <a:gd name="adj1" fmla="val 50000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700B2D7-5CB0-4D5D-BFB6-00DE26643C29}"/>
              </a:ext>
            </a:extLst>
          </p:cNvPr>
          <p:cNvSpPr/>
          <p:nvPr/>
        </p:nvSpPr>
        <p:spPr>
          <a:xfrm>
            <a:off x="4257072" y="4715942"/>
            <a:ext cx="1128100" cy="549683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</p:spTree>
    <p:extLst>
      <p:ext uri="{BB962C8B-B14F-4D97-AF65-F5344CB8AC3E}">
        <p14:creationId xmlns:p14="http://schemas.microsoft.com/office/powerpoint/2010/main" val="24013215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750504" y="7417196"/>
            <a:ext cx="332209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핵심 기능 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35D7F5-7CF3-449E-88B5-46ECC14C9FEF}"/>
              </a:ext>
            </a:extLst>
          </p:cNvPr>
          <p:cNvSpPr txBox="1"/>
          <p:nvPr/>
        </p:nvSpPr>
        <p:spPr>
          <a:xfrm>
            <a:off x="344613" y="1254993"/>
            <a:ext cx="273630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핵심 기능 목록 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원하는 </a:t>
            </a:r>
            <a:b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포멧으로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출력</a:t>
            </a:r>
            <a:endParaRPr lang="en-US" altLang="ko-KR" sz="16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Client / Server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데이터로 분리하여 추출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데이터에서 문제 있는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데이터를 검증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 표시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데이터에서 추출하였을 때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달라진 것이 있는지 비교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및 표시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추출된 데이터를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레포지토리에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에서 지정된 엑셀 시트만 데이터 시트로 인식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컬럼만 데이터로 인식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여러 개의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파일에 분리된 데이터 시트를 하나의 파일로 출력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한 개의 엑셀 파일에서 여러 버전의 </a:t>
            </a:r>
            <a:r>
              <a:rPr lang="en-US" altLang="ko-KR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Brench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 관리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3080916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E2B872-F197-4FAB-961D-D37C114D456F}"/>
              </a:ext>
            </a:extLst>
          </p:cNvPr>
          <p:cNvSpPr/>
          <p:nvPr/>
        </p:nvSpPr>
        <p:spPr>
          <a:xfrm>
            <a:off x="3152924" y="1152500"/>
            <a:ext cx="2592000" cy="43204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설정 상세 내용 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: XML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3788EBB-317F-4815-A916-BAD3391D21F0}"/>
              </a:ext>
            </a:extLst>
          </p:cNvPr>
          <p:cNvSpPr/>
          <p:nvPr/>
        </p:nvSpPr>
        <p:spPr>
          <a:xfrm>
            <a:off x="4953124" y="3456756"/>
            <a:ext cx="7272787" cy="12241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XML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파일은 현재 상세 설정이 없습니다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49656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750504" y="7417196"/>
            <a:ext cx="332209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핵심 기능 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35D7F5-7CF3-449E-88B5-46ECC14C9FEF}"/>
              </a:ext>
            </a:extLst>
          </p:cNvPr>
          <p:cNvSpPr txBox="1"/>
          <p:nvPr/>
        </p:nvSpPr>
        <p:spPr>
          <a:xfrm>
            <a:off x="344613" y="1254993"/>
            <a:ext cx="273630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핵심 기능 목록 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원하는 </a:t>
            </a:r>
            <a:b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포멧으로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출력</a:t>
            </a:r>
            <a:endParaRPr lang="en-US" altLang="ko-KR" sz="16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Client / Server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데이터로 분리하여 추출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데이터에서 문제 있는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데이터를 검증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 표시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데이터에서 추출하였을 때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달라진 것이 있는지 비교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및 표시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추출된 데이터를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레포지토리에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에서 지정된 엑셀 시트만 데이터 시트로 인식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컬럼만 데이터로 인식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여러 개의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파일에 분리된 데이터 시트를 하나의 파일로 출력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한 개의 엑셀 파일에서 여러 버전의 </a:t>
            </a:r>
            <a:r>
              <a:rPr lang="en-US" altLang="ko-KR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Brench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 관리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3080916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E2B872-F197-4FAB-961D-D37C114D456F}"/>
              </a:ext>
            </a:extLst>
          </p:cNvPr>
          <p:cNvSpPr/>
          <p:nvPr/>
        </p:nvSpPr>
        <p:spPr>
          <a:xfrm>
            <a:off x="3152924" y="1152500"/>
            <a:ext cx="2592000" cy="43204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설정 상세 내용 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: Lua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075510-A556-40D6-A302-D314A80C1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343" y="1800572"/>
            <a:ext cx="2229161" cy="142894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E89388A8-0B09-40A9-A318-EFCC6D79C758}"/>
              </a:ext>
            </a:extLst>
          </p:cNvPr>
          <p:cNvSpPr/>
          <p:nvPr/>
        </p:nvSpPr>
        <p:spPr>
          <a:xfrm>
            <a:off x="7545412" y="2088604"/>
            <a:ext cx="3960440" cy="7861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Lua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의 확장자는 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2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개로 설정할 수 있습니다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r>
              <a:rPr lang="en-US" altLang="ko-KR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lua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/ txt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둘중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하나로 설정 가능합니다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11" name="꺾인 연결선 76">
            <a:extLst>
              <a:ext uri="{FF2B5EF4-FFF2-40B4-BE49-F238E27FC236}">
                <a16:creationId xmlns:a16="http://schemas.microsoft.com/office/drawing/2014/main" id="{6FF0275D-6B3F-4D26-A1D2-30B72C249DAE}"/>
              </a:ext>
            </a:extLst>
          </p:cNvPr>
          <p:cNvCxnSpPr>
            <a:cxnSpLocks/>
            <a:stCxn id="12" idx="0"/>
            <a:endCxn id="10" idx="1"/>
          </p:cNvCxnSpPr>
          <p:nvPr/>
        </p:nvCxnSpPr>
        <p:spPr>
          <a:xfrm rot="16200000" flipH="1">
            <a:off x="6029958" y="966240"/>
            <a:ext cx="270613" cy="2760294"/>
          </a:xfrm>
          <a:prstGeom prst="bentConnector4">
            <a:avLst>
              <a:gd name="adj1" fmla="val -84475"/>
              <a:gd name="adj2" fmla="val 60869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6ADB418-1178-4B9E-BB4A-67A554D0D3EB}"/>
              </a:ext>
            </a:extLst>
          </p:cNvPr>
          <p:cNvSpPr/>
          <p:nvPr/>
        </p:nvSpPr>
        <p:spPr>
          <a:xfrm>
            <a:off x="4185064" y="2211081"/>
            <a:ext cx="1200108" cy="482156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</p:spTree>
    <p:extLst>
      <p:ext uri="{BB962C8B-B14F-4D97-AF65-F5344CB8AC3E}">
        <p14:creationId xmlns:p14="http://schemas.microsoft.com/office/powerpoint/2010/main" val="9288343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81A27F0-2308-4787-832E-07CB975B7B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1295"/>
          <a:stretch/>
        </p:blipFill>
        <p:spPr>
          <a:xfrm>
            <a:off x="3296939" y="2233538"/>
            <a:ext cx="10588662" cy="1871289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102" y="7417196"/>
            <a:ext cx="416612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32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핵심 기능 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35D7F5-7CF3-449E-88B5-46ECC14C9FEF}"/>
              </a:ext>
            </a:extLst>
          </p:cNvPr>
          <p:cNvSpPr txBox="1"/>
          <p:nvPr/>
        </p:nvSpPr>
        <p:spPr>
          <a:xfrm>
            <a:off x="344613" y="1254993"/>
            <a:ext cx="273630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핵심 기능 목록 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원하는 </a:t>
            </a:r>
            <a:b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포멧으로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출력</a:t>
            </a:r>
            <a:endParaRPr lang="en-US" altLang="ko-KR" sz="16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Client / Server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데이터로 분리하여 추출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데이터에서 문제 있는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데이터를 검증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 표시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데이터에서 추출하였을 때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달라진 것이 있는지 비교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및 표시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추출된 데이터를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레포지토리에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에서 지정된 엑셀 시트만 데이터 시트로 인식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컬럼만 데이터로 인식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여러 개의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파일에 분리된 데이터 시트를 하나의 파일로 출력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한 개의 엑셀 파일에서 여러 버전의 </a:t>
            </a:r>
            <a:r>
              <a:rPr lang="en-US" altLang="ko-KR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Brench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 관리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3080916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3800996" y="2688289"/>
            <a:ext cx="388308" cy="841439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cxnSp>
        <p:nvCxnSpPr>
          <p:cNvPr id="77" name="꺾인 연결선 76"/>
          <p:cNvCxnSpPr>
            <a:stCxn id="24" idx="2"/>
            <a:endCxn id="34" idx="1"/>
          </p:cNvCxnSpPr>
          <p:nvPr/>
        </p:nvCxnSpPr>
        <p:spPr>
          <a:xfrm rot="16200000" flipH="1">
            <a:off x="3231214" y="4293664"/>
            <a:ext cx="2341831" cy="813958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9057580" y="2242558"/>
            <a:ext cx="2376264" cy="294639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10065692" y="2558547"/>
            <a:ext cx="1698956" cy="961021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4809108" y="5478469"/>
            <a:ext cx="3744416" cy="7861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데이터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포멧을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확인할 수 있습니다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35" name="꺾인 연결선 34"/>
          <p:cNvCxnSpPr>
            <a:cxnSpLocks/>
            <a:stCxn id="25" idx="1"/>
            <a:endCxn id="36" idx="1"/>
          </p:cNvCxnSpPr>
          <p:nvPr/>
        </p:nvCxnSpPr>
        <p:spPr>
          <a:xfrm rot="10800000" flipV="1">
            <a:off x="8697540" y="2389877"/>
            <a:ext cx="360040" cy="2267749"/>
          </a:xfrm>
          <a:prstGeom prst="bentConnector3">
            <a:avLst>
              <a:gd name="adj1" fmla="val 246368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8697540" y="4264537"/>
            <a:ext cx="4464496" cy="7861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이후 데이터를 추출하면 지정된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포멧으로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출력됩니다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60" name="직선 화살표 연결선 59"/>
          <p:cNvCxnSpPr>
            <a:endCxn id="36" idx="0"/>
          </p:cNvCxnSpPr>
          <p:nvPr/>
        </p:nvCxnSpPr>
        <p:spPr>
          <a:xfrm>
            <a:off x="10922000" y="3519569"/>
            <a:ext cx="7788" cy="744968"/>
          </a:xfrm>
          <a:prstGeom prst="straightConnector1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2538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78495" y="7417196"/>
            <a:ext cx="404218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33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핵심 기능 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35D7F5-7CF3-449E-88B5-46ECC14C9FEF}"/>
              </a:ext>
            </a:extLst>
          </p:cNvPr>
          <p:cNvSpPr txBox="1"/>
          <p:nvPr/>
        </p:nvSpPr>
        <p:spPr>
          <a:xfrm>
            <a:off x="344613" y="1254993"/>
            <a:ext cx="273630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핵심 기능 목록 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원하는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포멧으로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출력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</a:t>
            </a: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Client / Server </a:t>
            </a:r>
            <a:b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데이터로 분리하여 추출</a:t>
            </a:r>
            <a:endParaRPr lang="en-US" altLang="ko-KR" sz="16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데이터에서 문제 있는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데이터를 검증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 표시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데이터에서 추출하였을 때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달라진 것이 있는지 비교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및 표시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추출된 데이터를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레포지토리에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에서 지정된 엑셀 시트만 데이터 시트로 인식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컬럼만 데이터로 인식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여러 개의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파일에 분리된 데이터 시트를 하나의 파일로 출력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한 개의 엑셀 파일에서 여러 버전의 </a:t>
            </a:r>
            <a:r>
              <a:rPr lang="en-US" altLang="ko-KR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Brench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 관리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3080916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그림 27">
            <a:extLst>
              <a:ext uri="{FF2B5EF4-FFF2-40B4-BE49-F238E27FC236}">
                <a16:creationId xmlns:a16="http://schemas.microsoft.com/office/drawing/2014/main" id="{64A58AA9-8FE3-43AB-A897-47542793F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332" y="3877884"/>
            <a:ext cx="10225136" cy="20162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FB026E13-BDC1-4464-8D92-48BAB52727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547"/>
          <a:stretch/>
        </p:blipFill>
        <p:spPr>
          <a:xfrm>
            <a:off x="3462331" y="1568073"/>
            <a:ext cx="5858693" cy="10857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3519712" y="1785954"/>
            <a:ext cx="3761428" cy="761031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cxnSp>
        <p:nvCxnSpPr>
          <p:cNvPr id="41" name="꺾인 연결선 40"/>
          <p:cNvCxnSpPr>
            <a:cxnSpLocks/>
            <a:stCxn id="40" idx="2"/>
            <a:endCxn id="42" idx="1"/>
          </p:cNvCxnSpPr>
          <p:nvPr/>
        </p:nvCxnSpPr>
        <p:spPr>
          <a:xfrm rot="16200000" flipH="1">
            <a:off x="5567605" y="2379805"/>
            <a:ext cx="715878" cy="1050237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6450663" y="2869773"/>
            <a:ext cx="4911169" cy="7861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시트의 도메인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클라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/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서버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사용 여부에 대해 설정합니다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7009672" y="4026234"/>
            <a:ext cx="1460188" cy="1817671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8934940" y="6049044"/>
            <a:ext cx="4752528" cy="7861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 컬럼의 도메인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클라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/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서버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사용 여부에 대해서 설정합니다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cxnSp>
        <p:nvCxnSpPr>
          <p:cNvPr id="47" name="꺾인 연결선 46"/>
          <p:cNvCxnSpPr>
            <a:stCxn id="44" idx="2"/>
            <a:endCxn id="46" idx="1"/>
          </p:cNvCxnSpPr>
          <p:nvPr/>
        </p:nvCxnSpPr>
        <p:spPr>
          <a:xfrm rot="16200000" flipH="1">
            <a:off x="8038239" y="5545432"/>
            <a:ext cx="598229" cy="1195174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CC2BA5A-00C8-49CA-8FC5-3A9CEE411661}"/>
              </a:ext>
            </a:extLst>
          </p:cNvPr>
          <p:cNvSpPr/>
          <p:nvPr/>
        </p:nvSpPr>
        <p:spPr>
          <a:xfrm>
            <a:off x="8934940" y="6979177"/>
            <a:ext cx="4752528" cy="7861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이후 데이터를 추출하면 각각 지정된 컬럼의 데이터들만 출력됩니다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89946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E138693D-6132-4831-845D-DFB7295AAE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0" r="18281" b="20851"/>
          <a:stretch/>
        </p:blipFill>
        <p:spPr>
          <a:xfrm>
            <a:off x="3801021" y="1264256"/>
            <a:ext cx="4104431" cy="161258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76250E3-39F2-4B28-BDC4-86A19E0265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r="33203" b="1467"/>
          <a:stretch/>
        </p:blipFill>
        <p:spPr>
          <a:xfrm>
            <a:off x="3814723" y="2994227"/>
            <a:ext cx="6034935" cy="4549299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738110" y="7417196"/>
            <a:ext cx="344603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34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핵심 기능 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35D7F5-7CF3-449E-88B5-46ECC14C9FEF}"/>
              </a:ext>
            </a:extLst>
          </p:cNvPr>
          <p:cNvSpPr txBox="1"/>
          <p:nvPr/>
        </p:nvSpPr>
        <p:spPr>
          <a:xfrm>
            <a:off x="344613" y="1254993"/>
            <a:ext cx="273630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핵심 기능 목록 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원하는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포멧으로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출력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Client / Server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데이터로 분리하여 추출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데이터에서 문제 있는 </a:t>
            </a:r>
            <a:b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데이터를 검증</a:t>
            </a: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 표시</a:t>
            </a:r>
            <a:endParaRPr lang="en-US" altLang="ko-KR" sz="16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ko-KR" altLang="en-US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데이터에서 추출하였을 때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달라진 것이 있는지 비교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및 표시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추출된 데이터를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레포지토리에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에서 지정된 엑셀 시트만 데이터 시트로 인식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컬럼만 데이터로 인식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여러 개의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파일에 분리된 데이터 시트를 하나의 파일로 출력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한 개의 엑셀 파일에서 여러 버전의 </a:t>
            </a:r>
            <a:r>
              <a:rPr lang="en-US" altLang="ko-KR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Brench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 관리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3080916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6148774" y="2278724"/>
            <a:ext cx="1737628" cy="230603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cxnSp>
        <p:nvCxnSpPr>
          <p:cNvPr id="19" name="꺾인 연결선 18"/>
          <p:cNvCxnSpPr>
            <a:stCxn id="18" idx="3"/>
            <a:endCxn id="21" idx="1"/>
          </p:cNvCxnSpPr>
          <p:nvPr/>
        </p:nvCxnSpPr>
        <p:spPr>
          <a:xfrm flipV="1">
            <a:off x="7886402" y="1631337"/>
            <a:ext cx="829644" cy="762689"/>
          </a:xfrm>
          <a:prstGeom prst="bentConnector3">
            <a:avLst>
              <a:gd name="adj1" fmla="val 50000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8716046" y="1238247"/>
            <a:ext cx="4526256" cy="7861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검증에 문제가 있을 때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표시된 부분을 클릭합니다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3809253" y="2994228"/>
            <a:ext cx="4744269" cy="4549298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9057580" y="3020783"/>
            <a:ext cx="4526256" cy="7861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검증에서 문제가 있는 부분을 타입 별로 표시합니다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cxnSp>
        <p:nvCxnSpPr>
          <p:cNvPr id="33" name="꺾인 연결선 32"/>
          <p:cNvCxnSpPr>
            <a:cxnSpLocks/>
            <a:stCxn id="27" idx="3"/>
            <a:endCxn id="29" idx="2"/>
          </p:cNvCxnSpPr>
          <p:nvPr/>
        </p:nvCxnSpPr>
        <p:spPr>
          <a:xfrm flipV="1">
            <a:off x="8553522" y="3806963"/>
            <a:ext cx="2767186" cy="1461914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4490960C-9C96-4F3A-8471-6CC40C37D698}"/>
              </a:ext>
            </a:extLst>
          </p:cNvPr>
          <p:cNvSpPr/>
          <p:nvPr/>
        </p:nvSpPr>
        <p:spPr>
          <a:xfrm>
            <a:off x="9993683" y="5400972"/>
            <a:ext cx="3986191" cy="7861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* </a:t>
            </a:r>
            <a:r>
              <a:rPr lang="ko-KR" altLang="en-US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검증 타입 및 설정에 대해서는 샘플 데이터안에 있는 설명 시트를 참고해주세요</a:t>
            </a:r>
            <a:r>
              <a:rPr lang="en-US" altLang="ko-KR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.* </a:t>
            </a:r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553CA67-9FD0-41AE-B45B-90DF76C67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6813" y="6391036"/>
            <a:ext cx="3319929" cy="102616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0086373-F376-4BC1-9F5A-531DB5C08E13}"/>
              </a:ext>
            </a:extLst>
          </p:cNvPr>
          <p:cNvSpPr/>
          <p:nvPr/>
        </p:nvSpPr>
        <p:spPr>
          <a:xfrm>
            <a:off x="10425732" y="6432514"/>
            <a:ext cx="1656184" cy="230603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cxnSp>
        <p:nvCxnSpPr>
          <p:cNvPr id="23" name="꺾인 연결선 32">
            <a:extLst>
              <a:ext uri="{FF2B5EF4-FFF2-40B4-BE49-F238E27FC236}">
                <a16:creationId xmlns:a16="http://schemas.microsoft.com/office/drawing/2014/main" id="{6CE56534-C2C7-4200-8FBA-2C31173AC776}"/>
              </a:ext>
            </a:extLst>
          </p:cNvPr>
          <p:cNvCxnSpPr>
            <a:cxnSpLocks/>
            <a:stCxn id="4" idx="1"/>
            <a:endCxn id="10" idx="1"/>
          </p:cNvCxnSpPr>
          <p:nvPr/>
        </p:nvCxnSpPr>
        <p:spPr>
          <a:xfrm rot="10800000" flipH="1" flipV="1">
            <a:off x="9993682" y="5794062"/>
            <a:ext cx="432049" cy="753754"/>
          </a:xfrm>
          <a:prstGeom prst="bentConnector3">
            <a:avLst>
              <a:gd name="adj1" fmla="val -52911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16501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D134FD80-8AF6-4838-BCDC-41AFF3BF4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800" y="3240654"/>
            <a:ext cx="8513109" cy="446457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049B760-1DE8-4F50-952D-A35AEFD3B4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629" t="14081" b="70842"/>
          <a:stretch/>
        </p:blipFill>
        <p:spPr>
          <a:xfrm>
            <a:off x="3534801" y="1368714"/>
            <a:ext cx="8640586" cy="1079186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738106" y="7417196"/>
            <a:ext cx="344607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35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핵심 기능 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35D7F5-7CF3-449E-88B5-46ECC14C9FEF}"/>
              </a:ext>
            </a:extLst>
          </p:cNvPr>
          <p:cNvSpPr txBox="1"/>
          <p:nvPr/>
        </p:nvSpPr>
        <p:spPr>
          <a:xfrm>
            <a:off x="344613" y="1254993"/>
            <a:ext cx="273630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핵심 기능 목록 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원하는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포멧으로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출력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Client / Server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데이터로 분리하여 추출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데이터에서 문제 있는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데이터를 검증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 표시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ko-KR" altLang="en-US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데이터에서 추출하였을 때</a:t>
            </a:r>
            <a:b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달라진 것이 있는지 비교</a:t>
            </a: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및 표시</a:t>
            </a:r>
            <a:endParaRPr lang="en-US" altLang="ko-KR" sz="16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추출된 데이터를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레포지토리에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에서 지정된 엑셀 시트만 데이터 시트로 인식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컬럼만 데이터로 인식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여러 개의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파일에 분리된 데이터 시트를 하나의 파일로 출력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한 개의 엑셀 파일에서 여러 버전의 </a:t>
            </a:r>
            <a:r>
              <a:rPr lang="en-US" altLang="ko-KR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Brench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 관리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3080916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cxnSpLocks/>
            <a:stCxn id="26" idx="2"/>
            <a:endCxn id="25" idx="1"/>
          </p:cNvCxnSpPr>
          <p:nvPr/>
        </p:nvCxnSpPr>
        <p:spPr>
          <a:xfrm rot="16200000" flipH="1">
            <a:off x="8111980" y="2275130"/>
            <a:ext cx="494211" cy="360548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8539359" y="2309420"/>
            <a:ext cx="4526256" cy="7861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데이터를 비교 후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 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다를 때 다른 점 있음을 표시합니다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7372049" y="1965236"/>
            <a:ext cx="1613523" cy="243063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3537292" y="5380407"/>
            <a:ext cx="2415508" cy="2159124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980245" y="3190870"/>
            <a:ext cx="6067655" cy="2138094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9142667" y="5993089"/>
            <a:ext cx="4526255" cy="7861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다른 부분에 대해서 색으로 해당 부분을 표시합니다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 </a:t>
            </a:r>
          </a:p>
          <a:p>
            <a:r>
              <a:rPr lang="en-US" altLang="ko-KR" sz="2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2000" dirty="0">
                <a:solidFill>
                  <a:srgbClr val="0072B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추가</a:t>
            </a:r>
            <a:r>
              <a:rPr lang="en-US" altLang="ko-KR" sz="2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2000" dirty="0">
                <a:solidFill>
                  <a:srgbClr val="FF4E3B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삭제</a:t>
            </a:r>
            <a:r>
              <a:rPr lang="en-US" altLang="ko-KR" sz="2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2000" dirty="0">
                <a:solidFill>
                  <a:srgbClr val="D7A80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변경</a:t>
            </a:r>
            <a:r>
              <a:rPr lang="en-US" altLang="ko-KR" sz="2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</a:p>
        </p:txBody>
      </p:sp>
      <p:cxnSp>
        <p:nvCxnSpPr>
          <p:cNvPr id="32" name="꺾인 연결선 31"/>
          <p:cNvCxnSpPr>
            <a:cxnSpLocks/>
            <a:endCxn id="31" idx="1"/>
          </p:cNvCxnSpPr>
          <p:nvPr/>
        </p:nvCxnSpPr>
        <p:spPr>
          <a:xfrm rot="16200000" flipH="1">
            <a:off x="8203836" y="5447348"/>
            <a:ext cx="1046130" cy="831531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 35"/>
          <p:cNvCxnSpPr>
            <a:cxnSpLocks/>
            <a:stCxn id="28" idx="0"/>
          </p:cNvCxnSpPr>
          <p:nvPr/>
        </p:nvCxnSpPr>
        <p:spPr>
          <a:xfrm rot="5400000" flipH="1" flipV="1">
            <a:off x="4793349" y="4220960"/>
            <a:ext cx="1111145" cy="1207751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24B1BA0-E74D-49F3-96BA-72A4B694FC2A}"/>
              </a:ext>
            </a:extLst>
          </p:cNvPr>
          <p:cNvSpPr/>
          <p:nvPr/>
        </p:nvSpPr>
        <p:spPr>
          <a:xfrm>
            <a:off x="6496767" y="7057156"/>
            <a:ext cx="1750563" cy="343820"/>
          </a:xfrm>
          <a:prstGeom prst="rect">
            <a:avLst/>
          </a:prstGeom>
          <a:solidFill>
            <a:srgbClr val="404040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뽑을 데이터</a:t>
            </a:r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A8456F4-EDBD-4027-B56E-6360E7406955}"/>
              </a:ext>
            </a:extLst>
          </p:cNvPr>
          <p:cNvSpPr/>
          <p:nvPr/>
        </p:nvSpPr>
        <p:spPr>
          <a:xfrm>
            <a:off x="9417620" y="7057156"/>
            <a:ext cx="2093272" cy="343820"/>
          </a:xfrm>
          <a:prstGeom prst="rect">
            <a:avLst/>
          </a:prstGeom>
          <a:solidFill>
            <a:srgbClr val="404040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하드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OR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</a:t>
            </a:r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87310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741B6263-A8B6-4ADA-A9A8-C28F5704F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655" y="1649181"/>
            <a:ext cx="9545888" cy="5104599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2" y="7417196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36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핵심 기능 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35D7F5-7CF3-449E-88B5-46ECC14C9FEF}"/>
              </a:ext>
            </a:extLst>
          </p:cNvPr>
          <p:cNvSpPr txBox="1"/>
          <p:nvPr/>
        </p:nvSpPr>
        <p:spPr>
          <a:xfrm>
            <a:off x="344613" y="1254993"/>
            <a:ext cx="273630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핵심 기능 목록 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원하는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포멧으로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출력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Client / Server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데이터로 분리하여 추출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데이터에서 문제 있는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데이터를 검증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 표시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데이터에서 추출하였을 때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달라진 것이 있는지 비교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및 표시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추출된 데이터를 </a:t>
            </a:r>
            <a:b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레포지토리에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endParaRPr lang="en-US" altLang="ko-KR" sz="16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에서 지정된 엑셀 시트만 데이터 시트로 인식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컬럼만 데이터로 인식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여러 개의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파일에 분리된 데이터 시트를 하나의 파일로 출력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한 개의 엑셀 파일에서 여러 버전의 </a:t>
            </a:r>
            <a:r>
              <a:rPr lang="en-US" altLang="ko-KR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Brench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 관리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3080916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11742290" y="2548099"/>
            <a:ext cx="1440000" cy="216000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3873004" y="5720290"/>
            <a:ext cx="5390351" cy="7861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메시지를 입력하면 해당 데이터가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레포지토리에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22" name="꺾인 연결선 21"/>
          <p:cNvCxnSpPr>
            <a:cxnSpLocks/>
            <a:stCxn id="27" idx="1"/>
            <a:endCxn id="21" idx="0"/>
          </p:cNvCxnSpPr>
          <p:nvPr/>
        </p:nvCxnSpPr>
        <p:spPr>
          <a:xfrm rot="10800000" flipV="1">
            <a:off x="6568180" y="4428864"/>
            <a:ext cx="1769320" cy="1291426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12013028" y="2845033"/>
            <a:ext cx="1149008" cy="323691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8337500" y="3384748"/>
            <a:ext cx="3528392" cy="2088232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6321276" y="1411884"/>
            <a:ext cx="4526255" cy="7861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데이터를 추출한 뒤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버튼을 클릭합니다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33" name="꺾인 연결선 32"/>
          <p:cNvCxnSpPr>
            <a:cxnSpLocks/>
            <a:stCxn id="19" idx="0"/>
            <a:endCxn id="29" idx="3"/>
          </p:cNvCxnSpPr>
          <p:nvPr/>
        </p:nvCxnSpPr>
        <p:spPr>
          <a:xfrm rot="16200000" flipV="1">
            <a:off x="11283349" y="1369157"/>
            <a:ext cx="743125" cy="1614759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 36"/>
          <p:cNvCxnSpPr>
            <a:cxnSpLocks/>
            <a:stCxn id="23" idx="3"/>
            <a:endCxn id="29" idx="3"/>
          </p:cNvCxnSpPr>
          <p:nvPr/>
        </p:nvCxnSpPr>
        <p:spPr>
          <a:xfrm flipH="1" flipV="1">
            <a:off x="10847531" y="1804974"/>
            <a:ext cx="2314505" cy="1201905"/>
          </a:xfrm>
          <a:prstGeom prst="bentConnector3">
            <a:avLst>
              <a:gd name="adj1" fmla="val -9877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5932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D6852FCC-1FA7-4A9B-B74F-1CDEF29FF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858" y="1629414"/>
            <a:ext cx="4476259" cy="963246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78854" y="7417196"/>
            <a:ext cx="403859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핵심 기능 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35D7F5-7CF3-449E-88B5-46ECC14C9FEF}"/>
              </a:ext>
            </a:extLst>
          </p:cNvPr>
          <p:cNvSpPr txBox="1"/>
          <p:nvPr/>
        </p:nvSpPr>
        <p:spPr>
          <a:xfrm>
            <a:off x="344613" y="1254993"/>
            <a:ext cx="273630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핵심 기능 목록 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원하는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포멧으로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출력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Client / Server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데이터로 분리하여 추출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데이터에서 문제 있는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데이터를 검증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 표시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데이터에서 추출하였을 때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달라진 것이 있는지 비교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및 표시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추출된 데이터를 </a:t>
            </a:r>
            <a:br>
              <a:rPr lang="en-US" altLang="ko-KR" sz="1600" dirty="0">
                <a:solidFill>
                  <a:schemeClr val="bg1">
                    <a:lumMod val="6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chemeClr val="bg1">
                    <a:lumMod val="6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레포지토리에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 err="1">
                <a:solidFill>
                  <a:schemeClr val="bg1">
                    <a:lumMod val="6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endParaRPr lang="en-US" altLang="ko-KR" sz="1600" dirty="0">
              <a:solidFill>
                <a:schemeClr val="bg1">
                  <a:lumMod val="6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에서 지정된 엑셀 시트만 데이터 시트로 인식</a:t>
            </a: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 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컬럼만 데이터로 인식</a:t>
            </a:r>
            <a:endParaRPr lang="en-US" altLang="ko-KR" sz="16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여러 개의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파일에 분리된 데이터 시트를 하나의 파일로 출력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한 개의 엑셀 파일에서 여러 버전의 </a:t>
            </a:r>
            <a:r>
              <a:rPr lang="en-US" altLang="ko-KR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Brench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 관리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3080916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8343851" y="1800572"/>
            <a:ext cx="5503814" cy="11521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+mj-lt"/>
                <a:ea typeface="Koverwatch" panose="02020603020101020101" pitchFamily="18" charset="-127"/>
              </a:rPr>
              <a:t>시작이 </a:t>
            </a:r>
            <a:r>
              <a:rPr lang="en-US" altLang="ko-KR" sz="2000" dirty="0">
                <a:solidFill>
                  <a:srgbClr val="F8E71D"/>
                </a:solidFill>
                <a:latin typeface="+mj-lt"/>
                <a:ea typeface="Koverwatch" panose="02020603020101020101" pitchFamily="18" charset="-127"/>
              </a:rPr>
              <a:t>@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로 지정된 엑셀 시트만 추출할 데이터 시트로 인식합니다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다른 엑셀 시트들은 필요에 따라 자유롭게 구성하여 사용할 수 있습니다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22" name="꺾인 연결선 21"/>
          <p:cNvCxnSpPr>
            <a:cxnSpLocks/>
            <a:stCxn id="27" idx="0"/>
            <a:endCxn id="21" idx="0"/>
          </p:cNvCxnSpPr>
          <p:nvPr/>
        </p:nvCxnSpPr>
        <p:spPr>
          <a:xfrm rot="5400000" flipH="1" flipV="1">
            <a:off x="8464213" y="-830973"/>
            <a:ext cx="12700" cy="5263090"/>
          </a:xfrm>
          <a:prstGeom prst="bentConnector3">
            <a:avLst>
              <a:gd name="adj1" fmla="val 1800000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3543859" y="1800572"/>
            <a:ext cx="4577618" cy="635879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AD03EE0C-C5A9-4304-8DAD-B3976B3C5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972" y="3600772"/>
            <a:ext cx="2638793" cy="3801005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5A0DD7D3-CEEE-4359-BCC1-0A0D8BB1FEE5}"/>
              </a:ext>
            </a:extLst>
          </p:cNvPr>
          <p:cNvSpPr/>
          <p:nvPr/>
        </p:nvSpPr>
        <p:spPr>
          <a:xfrm>
            <a:off x="6969348" y="3765056"/>
            <a:ext cx="4680520" cy="10471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Data Field Define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 지정된 컬럼만 출력됩니다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다른 엑셀 컬럼들을 자유롭게 구성하여 사용할 수 있습니다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09EA7DD-7B0F-45B6-910D-EEF57A132D8D}"/>
              </a:ext>
            </a:extLst>
          </p:cNvPr>
          <p:cNvSpPr/>
          <p:nvPr/>
        </p:nvSpPr>
        <p:spPr>
          <a:xfrm>
            <a:off x="3801526" y="3765056"/>
            <a:ext cx="2422239" cy="3636721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cxnSp>
        <p:nvCxnSpPr>
          <p:cNvPr id="49" name="꺾인 연결선 21">
            <a:extLst>
              <a:ext uri="{FF2B5EF4-FFF2-40B4-BE49-F238E27FC236}">
                <a16:creationId xmlns:a16="http://schemas.microsoft.com/office/drawing/2014/main" id="{4AD199AC-CE15-4F4C-9D1F-7F68A0C8F6AB}"/>
              </a:ext>
            </a:extLst>
          </p:cNvPr>
          <p:cNvCxnSpPr>
            <a:cxnSpLocks/>
            <a:stCxn id="48" idx="0"/>
            <a:endCxn id="41" idx="0"/>
          </p:cNvCxnSpPr>
          <p:nvPr/>
        </p:nvCxnSpPr>
        <p:spPr>
          <a:xfrm rot="5400000" flipH="1" flipV="1">
            <a:off x="7161127" y="1616575"/>
            <a:ext cx="12700" cy="4296962"/>
          </a:xfrm>
          <a:prstGeom prst="bentConnector3">
            <a:avLst>
              <a:gd name="adj1" fmla="val 1800000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9228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1" y="7417196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38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핵심 기능 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35D7F5-7CF3-449E-88B5-46ECC14C9FEF}"/>
              </a:ext>
            </a:extLst>
          </p:cNvPr>
          <p:cNvSpPr txBox="1"/>
          <p:nvPr/>
        </p:nvSpPr>
        <p:spPr>
          <a:xfrm>
            <a:off x="344613" y="1254993"/>
            <a:ext cx="273630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핵심 기능 목록 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원하는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포멧으로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출력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Client / Server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데이터로 분리하여 추출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데이터에서 문제 있는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데이터를 검증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 표시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데이터에서 추출하였을 때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달라진 것이 있는지 비교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및 표시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추출된 데이터를 </a:t>
            </a:r>
            <a:br>
              <a:rPr lang="en-US" altLang="ko-KR" sz="1600" dirty="0">
                <a:solidFill>
                  <a:schemeClr val="bg1">
                    <a:lumMod val="6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chemeClr val="bg1">
                    <a:lumMod val="6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레포지토리에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 err="1">
                <a:solidFill>
                  <a:schemeClr val="bg1">
                    <a:lumMod val="6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endParaRPr lang="en-US" altLang="ko-KR" sz="1600" dirty="0">
              <a:solidFill>
                <a:schemeClr val="bg1">
                  <a:lumMod val="6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에서 지정된 엑셀 시트만 데이터 시트로 인식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컬럼만 데이터로 인식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여러 개의 </a:t>
            </a: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파일에 분리된 데이터 시트를 하나의 파일로 출력</a:t>
            </a:r>
            <a:endParaRPr lang="en-US" altLang="ko-KR" sz="16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한 개의 엑셀 파일에서 여러 버전의 </a:t>
            </a:r>
            <a:r>
              <a:rPr lang="en-US" altLang="ko-KR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Brench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 관리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3080916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6436747" y="5818066"/>
            <a:ext cx="5390351" cy="7861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여러 개의 엑셀 파일을 하나의 데이터 파일로 추출할 수 있습니다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33" name="꺾인 연결선 32"/>
          <p:cNvCxnSpPr>
            <a:cxnSpLocks/>
            <a:stCxn id="7" idx="3"/>
            <a:endCxn id="15" idx="1"/>
          </p:cNvCxnSpPr>
          <p:nvPr/>
        </p:nvCxnSpPr>
        <p:spPr>
          <a:xfrm>
            <a:off x="7547747" y="2457759"/>
            <a:ext cx="3168353" cy="289644"/>
          </a:xfrm>
          <a:prstGeom prst="bentConnector3">
            <a:avLst>
              <a:gd name="adj1" fmla="val 50000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9920AC26-9878-4A17-84DC-693693E95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363" y="2160612"/>
            <a:ext cx="3470429" cy="57606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1B22BDB-8F9C-47FA-ADCB-370DB2DC5668}"/>
              </a:ext>
            </a:extLst>
          </p:cNvPr>
          <p:cNvSpPr/>
          <p:nvPr/>
        </p:nvSpPr>
        <p:spPr>
          <a:xfrm>
            <a:off x="4163371" y="2203132"/>
            <a:ext cx="3384376" cy="509254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D9D87EE-8086-42FB-B70D-37D06EAB9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099" y="2232897"/>
            <a:ext cx="1568147" cy="14463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5E772DA-2FD1-45CE-85DD-C3A614D1C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363" y="3066553"/>
            <a:ext cx="3456365" cy="616779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35DD8F48-7642-46F0-B0A8-5A974B7BBD53}"/>
              </a:ext>
            </a:extLst>
          </p:cNvPr>
          <p:cNvSpPr/>
          <p:nvPr/>
        </p:nvSpPr>
        <p:spPr>
          <a:xfrm>
            <a:off x="4091362" y="3159675"/>
            <a:ext cx="2340717" cy="432048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6010C0E-D2BE-46FC-9563-779508E1A089}"/>
              </a:ext>
            </a:extLst>
          </p:cNvPr>
          <p:cNvSpPr/>
          <p:nvPr/>
        </p:nvSpPr>
        <p:spPr>
          <a:xfrm>
            <a:off x="10716100" y="2551155"/>
            <a:ext cx="1512168" cy="392496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cxnSp>
        <p:nvCxnSpPr>
          <p:cNvPr id="30" name="꺾인 연결선 32">
            <a:extLst>
              <a:ext uri="{FF2B5EF4-FFF2-40B4-BE49-F238E27FC236}">
                <a16:creationId xmlns:a16="http://schemas.microsoft.com/office/drawing/2014/main" id="{C2A297B3-21A9-4CB6-BFBD-C71DA1649AF8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6432079" y="2747403"/>
            <a:ext cx="4284021" cy="628296"/>
          </a:xfrm>
          <a:prstGeom prst="bentConnector3">
            <a:avLst>
              <a:gd name="adj1" fmla="val 62869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그림 33">
            <a:extLst>
              <a:ext uri="{FF2B5EF4-FFF2-40B4-BE49-F238E27FC236}">
                <a16:creationId xmlns:a16="http://schemas.microsoft.com/office/drawing/2014/main" id="{79E266F7-745B-4F41-8496-F6D21A6266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1362" y="4003722"/>
            <a:ext cx="3456361" cy="616779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818FECD7-6B36-4ADD-9D77-298261ACF07C}"/>
              </a:ext>
            </a:extLst>
          </p:cNvPr>
          <p:cNvSpPr/>
          <p:nvPr/>
        </p:nvSpPr>
        <p:spPr>
          <a:xfrm>
            <a:off x="4091362" y="4090503"/>
            <a:ext cx="2340717" cy="432048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cxnSp>
        <p:nvCxnSpPr>
          <p:cNvPr id="38" name="꺾인 연결선 32">
            <a:extLst>
              <a:ext uri="{FF2B5EF4-FFF2-40B4-BE49-F238E27FC236}">
                <a16:creationId xmlns:a16="http://schemas.microsoft.com/office/drawing/2014/main" id="{69F995E3-BED4-4117-818A-C2ABB05EE5F3}"/>
              </a:ext>
            </a:extLst>
          </p:cNvPr>
          <p:cNvCxnSpPr>
            <a:cxnSpLocks/>
            <a:stCxn id="35" idx="3"/>
            <a:endCxn id="15" idx="1"/>
          </p:cNvCxnSpPr>
          <p:nvPr/>
        </p:nvCxnSpPr>
        <p:spPr>
          <a:xfrm flipV="1">
            <a:off x="6432079" y="2747403"/>
            <a:ext cx="4284021" cy="1559124"/>
          </a:xfrm>
          <a:prstGeom prst="bentConnector3">
            <a:avLst>
              <a:gd name="adj1" fmla="val 63183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꺾인 연결선 32">
            <a:extLst>
              <a:ext uri="{FF2B5EF4-FFF2-40B4-BE49-F238E27FC236}">
                <a16:creationId xmlns:a16="http://schemas.microsoft.com/office/drawing/2014/main" id="{1B2C183A-60BD-4912-AD54-37222C3444A3}"/>
              </a:ext>
            </a:extLst>
          </p:cNvPr>
          <p:cNvCxnSpPr>
            <a:cxnSpLocks/>
            <a:endCxn id="21" idx="0"/>
          </p:cNvCxnSpPr>
          <p:nvPr/>
        </p:nvCxnSpPr>
        <p:spPr>
          <a:xfrm rot="16200000" flipH="1">
            <a:off x="8376152" y="5062295"/>
            <a:ext cx="1511540" cy="1"/>
          </a:xfrm>
          <a:prstGeom prst="bentConnector3">
            <a:avLst>
              <a:gd name="adj1" fmla="val 50000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996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1" y="7417196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39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핵심 기능 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35D7F5-7CF3-449E-88B5-46ECC14C9FEF}"/>
              </a:ext>
            </a:extLst>
          </p:cNvPr>
          <p:cNvSpPr txBox="1"/>
          <p:nvPr/>
        </p:nvSpPr>
        <p:spPr>
          <a:xfrm>
            <a:off x="344613" y="1254993"/>
            <a:ext cx="273630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핵심 기능 목록 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원하는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포멧으로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출력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Client / Server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데이터로 분리하여 추출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데이터에서 문제 있는 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데이터를 검증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 표시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ko-KR" altLang="en-US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데이터에서 추출하였을 때</a:t>
            </a:r>
            <a:b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달라진 것이 있는지 비교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및 표시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추출된 데이터를 </a:t>
            </a:r>
            <a:br>
              <a:rPr lang="en-US" altLang="ko-KR" sz="1600" dirty="0">
                <a:solidFill>
                  <a:schemeClr val="bg1">
                    <a:lumMod val="6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600" dirty="0" err="1">
                <a:solidFill>
                  <a:schemeClr val="bg1">
                    <a:lumMod val="6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레포지토리에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 err="1">
                <a:solidFill>
                  <a:schemeClr val="bg1">
                    <a:lumMod val="6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endParaRPr lang="en-US" altLang="ko-KR" sz="1600" dirty="0">
              <a:solidFill>
                <a:schemeClr val="bg1">
                  <a:lumMod val="6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에서 지정된 엑셀 시트만 데이터 시트로 인식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컬럼만 데이터로 인식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여러 개의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파일에 분리된 데이터 시트를 하나의 파일로 출력</a:t>
            </a:r>
            <a:endParaRPr lang="en-US" altLang="ko-KR" sz="1600" dirty="0">
              <a:solidFill>
                <a:schemeClr val="bg1">
                  <a:lumMod val="6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한 개의 엑셀 파일에서 여러 버전의 </a:t>
            </a:r>
            <a:r>
              <a:rPr lang="en-US" altLang="ko-KR" sz="16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Brench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 관리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3080916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DBEBF966-6B45-4809-8BDC-A075D6A89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815" y="2086628"/>
            <a:ext cx="2474404" cy="247440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2A7EEA4-0C49-4723-B9C8-989D078F01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3926" y="1463225"/>
            <a:ext cx="1675066" cy="167506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47322469-2198-4CBE-9BD6-35FA1C2A7B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3926" y="3614024"/>
            <a:ext cx="1675066" cy="1675066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D08E637-7D32-4476-BA79-BA7A99250B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3926" y="5764823"/>
            <a:ext cx="1675066" cy="1675066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91B35E-8092-41CA-B14A-2D64C21EADB1}"/>
              </a:ext>
            </a:extLst>
          </p:cNvPr>
          <p:cNvSpPr/>
          <p:nvPr/>
        </p:nvSpPr>
        <p:spPr>
          <a:xfrm>
            <a:off x="12153924" y="1083342"/>
            <a:ext cx="1675053" cy="3886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dEv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Brench</a:t>
            </a:r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38E374B-7A88-400E-B3A7-4E816FC561B9}"/>
              </a:ext>
            </a:extLst>
          </p:cNvPr>
          <p:cNvSpPr/>
          <p:nvPr/>
        </p:nvSpPr>
        <p:spPr>
          <a:xfrm>
            <a:off x="12153924" y="3323830"/>
            <a:ext cx="1675053" cy="3886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Qa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Brench</a:t>
            </a:r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0371D7F-B47F-46F2-A500-5EBD14C8009C}"/>
              </a:ext>
            </a:extLst>
          </p:cNvPr>
          <p:cNvSpPr/>
          <p:nvPr/>
        </p:nvSpPr>
        <p:spPr>
          <a:xfrm>
            <a:off x="12153924" y="5438304"/>
            <a:ext cx="1675053" cy="3886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Live </a:t>
            </a:r>
            <a:r>
              <a:rPr lang="en-US" altLang="ko-KR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Brench</a:t>
            </a:r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cxnSp>
        <p:nvCxnSpPr>
          <p:cNvPr id="37" name="꺾인 연결선 32">
            <a:extLst>
              <a:ext uri="{FF2B5EF4-FFF2-40B4-BE49-F238E27FC236}">
                <a16:creationId xmlns:a16="http://schemas.microsoft.com/office/drawing/2014/main" id="{711FF701-97AB-47B8-9414-CEB44FFF9273}"/>
              </a:ext>
            </a:extLst>
          </p:cNvPr>
          <p:cNvCxnSpPr>
            <a:cxnSpLocks/>
            <a:stCxn id="11" idx="3"/>
            <a:endCxn id="16" idx="1"/>
          </p:cNvCxnSpPr>
          <p:nvPr/>
        </p:nvCxnSpPr>
        <p:spPr>
          <a:xfrm flipV="1">
            <a:off x="5817219" y="2300758"/>
            <a:ext cx="6336707" cy="1023072"/>
          </a:xfrm>
          <a:prstGeom prst="bentConnector3">
            <a:avLst>
              <a:gd name="adj1" fmla="val 80983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꺾인 연결선 32">
            <a:extLst>
              <a:ext uri="{FF2B5EF4-FFF2-40B4-BE49-F238E27FC236}">
                <a16:creationId xmlns:a16="http://schemas.microsoft.com/office/drawing/2014/main" id="{61976981-CB5E-41F3-93BD-3EA6309DE172}"/>
              </a:ext>
            </a:extLst>
          </p:cNvPr>
          <p:cNvCxnSpPr>
            <a:cxnSpLocks/>
            <a:stCxn id="11" idx="3"/>
            <a:endCxn id="27" idx="1"/>
          </p:cNvCxnSpPr>
          <p:nvPr/>
        </p:nvCxnSpPr>
        <p:spPr>
          <a:xfrm>
            <a:off x="5817219" y="3323830"/>
            <a:ext cx="6336707" cy="3278526"/>
          </a:xfrm>
          <a:prstGeom prst="bentConnector3">
            <a:avLst>
              <a:gd name="adj1" fmla="val 80983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꺾인 연결선 32">
            <a:extLst>
              <a:ext uri="{FF2B5EF4-FFF2-40B4-BE49-F238E27FC236}">
                <a16:creationId xmlns:a16="http://schemas.microsoft.com/office/drawing/2014/main" id="{53ECEFB9-2675-48FB-9952-077321590745}"/>
              </a:ext>
            </a:extLst>
          </p:cNvPr>
          <p:cNvCxnSpPr>
            <a:cxnSpLocks/>
            <a:stCxn id="11" idx="3"/>
            <a:endCxn id="26" idx="1"/>
          </p:cNvCxnSpPr>
          <p:nvPr/>
        </p:nvCxnSpPr>
        <p:spPr>
          <a:xfrm>
            <a:off x="5817219" y="3323830"/>
            <a:ext cx="6336707" cy="1127727"/>
          </a:xfrm>
          <a:prstGeom prst="bentConnector3">
            <a:avLst>
              <a:gd name="adj1" fmla="val 81053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AF1A55EB-1016-4EB1-A040-ED0F24337E92}"/>
              </a:ext>
            </a:extLst>
          </p:cNvPr>
          <p:cNvSpPr/>
          <p:nvPr/>
        </p:nvSpPr>
        <p:spPr>
          <a:xfrm>
            <a:off x="3419430" y="5616996"/>
            <a:ext cx="6790265" cy="20084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1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개의 엑셀 파일에서 여러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브렌치의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관리할 수 있는 기능을 사용할 수 있습니다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이 기능으로 인해 다른 </a:t>
            </a:r>
            <a:r>
              <a:rPr lang="ko-KR" altLang="en-US" sz="20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브렌치에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데이터를 일일이 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Merge</a:t>
            </a:r>
            <a:r>
              <a:rPr lang="ko-KR" altLang="en-US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하는 작업을 하지 않아도 됩니다</a:t>
            </a:r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endParaRPr lang="en-US" altLang="ko-KR" sz="20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r>
              <a:rPr lang="en-US" altLang="ko-KR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* </a:t>
            </a:r>
            <a:r>
              <a:rPr lang="ko-KR" altLang="en-US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자세한 사용 방법은 샘플 데이터의 </a:t>
            </a:r>
            <a:r>
              <a:rPr lang="en-US" altLang="ko-KR" sz="20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Brench</a:t>
            </a:r>
            <a:r>
              <a:rPr lang="en-US" altLang="ko-KR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파일의 설명을 참고해주세요</a:t>
            </a:r>
            <a:r>
              <a:rPr lang="en-US" altLang="ko-KR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 *</a:t>
            </a:r>
          </a:p>
        </p:txBody>
      </p:sp>
    </p:spTree>
    <p:extLst>
      <p:ext uri="{BB962C8B-B14F-4D97-AF65-F5344CB8AC3E}">
        <p14:creationId xmlns:p14="http://schemas.microsoft.com/office/powerpoint/2010/main" val="24188114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1" y="7417196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40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</a:t>
            </a:r>
            <a:r>
              <a:rPr lang="en-US" altLang="ko-KR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Game</a:t>
            </a:r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Data</a:t>
            </a:r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40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TooL</a:t>
            </a:r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기타 기능 목록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35D7F5-7CF3-449E-88B5-46ECC14C9FEF}"/>
              </a:ext>
            </a:extLst>
          </p:cNvPr>
          <p:cNvSpPr txBox="1"/>
          <p:nvPr/>
        </p:nvSpPr>
        <p:spPr>
          <a:xfrm>
            <a:off x="967284" y="1440532"/>
            <a:ext cx="5328592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기타 기본 기능 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endParaRPr lang="en-US" altLang="ko-KR" sz="1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 검색 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기본 키 중복 외 검증 무시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비교 시 </a:t>
            </a:r>
            <a:r>
              <a:rPr lang="ko-KR" altLang="en-US" sz="16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최신 버전과 비교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모든 데이터 시트 선택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데이터 시트 정보 보기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 </a:t>
            </a:r>
            <a:r>
              <a:rPr lang="ko-KR" altLang="en-US" sz="16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정보창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각 </a:t>
            </a:r>
            <a:r>
              <a:rPr lang="en-US" altLang="ko-KR" sz="16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별 기능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출력 시 달라진 점 상세 표시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</a:t>
            </a:r>
            <a:r>
              <a:rPr lang="ko-KR" altLang="en-US" sz="16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비교창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각 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 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별 기능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두 개의 </a:t>
            </a:r>
            <a:r>
              <a:rPr lang="ko-KR" altLang="en-US" sz="16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디렉토리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6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파일 비교하여 결과 출력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선택된 데이터 추출 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/ 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일괄 추출</a:t>
            </a: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선택된 데이터 </a:t>
            </a:r>
            <a:r>
              <a:rPr lang="ko-KR" altLang="en-US" sz="16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6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서밋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/ </a:t>
            </a:r>
            <a:r>
              <a:rPr lang="ko-KR" altLang="en-US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일괄 </a:t>
            </a:r>
            <a:r>
              <a:rPr lang="ko-KR" altLang="en-US" sz="16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6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서밋</a:t>
            </a:r>
            <a:r>
              <a:rPr lang="en-US" altLang="ko-KR" sz="16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7041355" y="1440532"/>
            <a:ext cx="6840753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기타 전용 기능 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endParaRPr lang="en-US" altLang="ko-KR" sz="1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r>
              <a:rPr lang="en-US" altLang="ko-KR" sz="1800" dirty="0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 </a:t>
            </a:r>
            <a:r>
              <a:rPr lang="ko-KR" altLang="en-US" sz="1800" dirty="0" err="1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800" dirty="0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사용시 </a:t>
            </a:r>
            <a:r>
              <a:rPr lang="en-US" altLang="ko-KR" sz="1800" dirty="0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 </a:t>
            </a:r>
            <a:r>
              <a:rPr lang="ko-KR" altLang="en-US" sz="1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해당 데이터 </a:t>
            </a:r>
            <a:r>
              <a:rPr lang="ko-KR" altLang="en-US" sz="18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정보 보기</a:t>
            </a:r>
            <a:endParaRPr lang="en-US" altLang="ko-KR" sz="1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endParaRPr lang="en-US" altLang="ko-KR" sz="1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r>
              <a:rPr lang="en-US" altLang="ko-KR" sz="1800" dirty="0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 </a:t>
            </a:r>
            <a:r>
              <a:rPr lang="ko-KR" altLang="en-US" sz="1800" dirty="0" err="1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800" dirty="0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사용시 </a:t>
            </a:r>
            <a:r>
              <a:rPr lang="en-US" altLang="ko-KR" sz="1800" dirty="0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 </a:t>
            </a:r>
            <a:r>
              <a:rPr lang="ko-KR" altLang="en-US" sz="1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디스크 데이터 정보 확인</a:t>
            </a:r>
            <a:endParaRPr lang="en-US" altLang="ko-KR" sz="1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endParaRPr lang="en-US" altLang="ko-KR" sz="1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r>
              <a:rPr lang="en-US" altLang="ko-KR" sz="1800" dirty="0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 </a:t>
            </a:r>
            <a:r>
              <a:rPr lang="ko-KR" altLang="en-US" sz="1800" dirty="0" err="1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800" dirty="0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사용시 </a:t>
            </a:r>
            <a:r>
              <a:rPr lang="en-US" altLang="ko-KR" sz="1800" dirty="0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 </a:t>
            </a:r>
            <a:r>
              <a:rPr lang="ko-KR" altLang="en-US" sz="1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</a:t>
            </a:r>
            <a:r>
              <a:rPr lang="ko-KR" altLang="en-US" sz="18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로우의</a:t>
            </a:r>
            <a:r>
              <a:rPr lang="ko-KR" altLang="en-US" sz="1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8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별 </a:t>
            </a:r>
            <a:r>
              <a:rPr lang="ko-KR" altLang="en-US" sz="18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히스토리</a:t>
            </a:r>
            <a:r>
              <a:rPr lang="ko-KR" altLang="en-US" sz="1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확인</a:t>
            </a:r>
            <a:endParaRPr lang="en-US" altLang="ko-KR" sz="1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endParaRPr lang="en-US" altLang="ko-KR" sz="1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r>
              <a:rPr lang="en-US" altLang="ko-KR" sz="1800" dirty="0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800" dirty="0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800" dirty="0" err="1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800" dirty="0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사용시 </a:t>
            </a:r>
            <a:r>
              <a:rPr lang="en-US" altLang="ko-KR" sz="1800" dirty="0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 </a:t>
            </a:r>
            <a:r>
              <a:rPr lang="ko-KR" altLang="en-US" sz="18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레포지토리의</a:t>
            </a:r>
            <a:r>
              <a:rPr lang="ko-KR" altLang="en-US" sz="1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이력 정보 확인</a:t>
            </a:r>
            <a:endParaRPr lang="en-US" altLang="ko-KR" sz="1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endParaRPr lang="en-US" altLang="ko-KR" sz="1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r>
              <a:rPr lang="en-US" altLang="ko-KR" sz="1800" dirty="0">
                <a:solidFill>
                  <a:srgbClr val="F2A0CB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800" dirty="0">
                <a:solidFill>
                  <a:srgbClr val="F2A0CB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800" dirty="0" err="1">
                <a:solidFill>
                  <a:srgbClr val="F2A0CB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스트링</a:t>
            </a:r>
            <a:r>
              <a:rPr lang="ko-KR" altLang="en-US" sz="1800" dirty="0">
                <a:solidFill>
                  <a:srgbClr val="F2A0CB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테이블 사용시 </a:t>
            </a:r>
            <a:r>
              <a:rPr lang="en-US" altLang="ko-KR" sz="1800" dirty="0">
                <a:solidFill>
                  <a:srgbClr val="F2A0CB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 </a:t>
            </a:r>
            <a:r>
              <a:rPr lang="ko-KR" altLang="en-US" sz="18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스트링</a:t>
            </a:r>
            <a:r>
              <a:rPr lang="ko-KR" altLang="en-US" sz="1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 출력</a:t>
            </a:r>
            <a:endParaRPr lang="en-US" altLang="ko-KR" sz="1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endParaRPr lang="en-US" altLang="ko-KR" sz="1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r>
              <a:rPr lang="en-US" altLang="ko-KR" sz="1800" dirty="0">
                <a:solidFill>
                  <a:srgbClr val="00B0F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800" dirty="0">
                <a:solidFill>
                  <a:srgbClr val="00B0F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코드 </a:t>
            </a:r>
            <a:r>
              <a:rPr lang="ko-KR" altLang="en-US" sz="1800" dirty="0" err="1">
                <a:solidFill>
                  <a:srgbClr val="00B0F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제네레이터</a:t>
            </a:r>
            <a:r>
              <a:rPr lang="ko-KR" altLang="en-US" sz="1800" dirty="0">
                <a:solidFill>
                  <a:srgbClr val="00B0F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사용시 </a:t>
            </a:r>
            <a:r>
              <a:rPr lang="en-US" altLang="ko-KR" sz="1800" dirty="0">
                <a:solidFill>
                  <a:srgbClr val="00B0F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 </a:t>
            </a:r>
            <a:r>
              <a:rPr lang="ko-KR" altLang="en-US" sz="18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제네레이트</a:t>
            </a:r>
            <a:r>
              <a:rPr lang="ko-KR" altLang="en-US" sz="1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코드 출력</a:t>
            </a:r>
            <a:endParaRPr lang="en-US" altLang="ko-KR" sz="1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endParaRPr lang="en-US" altLang="ko-KR" sz="1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Font typeface="+mj-lt"/>
              <a:buAutoNum type="arabicPeriod"/>
            </a:pPr>
            <a:r>
              <a:rPr lang="en-US" altLang="ko-KR" sz="1800" dirty="0">
                <a:solidFill>
                  <a:schemeClr val="accent6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 SQL Server </a:t>
            </a:r>
            <a:r>
              <a:rPr lang="ko-KR" altLang="en-US" sz="1800" dirty="0">
                <a:solidFill>
                  <a:schemeClr val="accent6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유틸리티 사용시 </a:t>
            </a:r>
            <a:r>
              <a:rPr lang="en-US" altLang="ko-KR" sz="1800" dirty="0">
                <a:solidFill>
                  <a:schemeClr val="accent6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  <a:r>
              <a:rPr lang="en-US" altLang="ko-KR" sz="1800" dirty="0">
                <a:solidFill>
                  <a:srgbClr val="00B0F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1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SQL</a:t>
            </a:r>
            <a:r>
              <a:rPr lang="ko-KR" altLang="en-US" sz="1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1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Server </a:t>
            </a:r>
            <a:r>
              <a:rPr lang="ko-KR" altLang="en-US" sz="1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관련 유틸리티 사용 가능 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 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릴리즈 예정 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6639788" y="1296516"/>
            <a:ext cx="0" cy="6192688"/>
          </a:xfrm>
          <a:prstGeom prst="line">
            <a:avLst/>
          </a:prstGeom>
          <a:ln>
            <a:solidFill>
              <a:srgbClr val="00A48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05739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>
            <a:extLst>
              <a:ext uri="{FF2B5EF4-FFF2-40B4-BE49-F238E27FC236}">
                <a16:creationId xmlns:a16="http://schemas.microsoft.com/office/drawing/2014/main" id="{43EF02EE-D3F1-4E66-A041-00AB01F3B9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5046" b="76488"/>
          <a:stretch/>
        </p:blipFill>
        <p:spPr>
          <a:xfrm>
            <a:off x="6650675" y="4980402"/>
            <a:ext cx="6431279" cy="190400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65D2B90-6E22-4C30-BB00-10D7DA9271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4817" b="68699"/>
          <a:stretch/>
        </p:blipFill>
        <p:spPr>
          <a:xfrm>
            <a:off x="4346418" y="2154900"/>
            <a:ext cx="5665685" cy="2218557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1" y="7417196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41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기타 기본 기능 설명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96940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344612" y="1224508"/>
            <a:ext cx="2952323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기타 기본 기능 목록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 검색 </a:t>
            </a:r>
            <a:endParaRPr lang="en-US" altLang="ko-KR" sz="1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기본 키 중복 외 검증 무시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비교 시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b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최신 버전과 비교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모든 데이터 시트 선택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데이터 시트 정보 보기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정보창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각 </a:t>
            </a:r>
            <a:r>
              <a:rPr lang="en-US" altLang="ko-KR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별 기능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출력 시 달라진 점 상세 표시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비교창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각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별 기능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두 개의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디렉토리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파일</a:t>
            </a:r>
            <a:b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비교하여 결과 출력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선택된 데이터 추출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/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일괄 추출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선택된 데이터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/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일괄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</a:p>
        </p:txBody>
      </p:sp>
      <p:cxnSp>
        <p:nvCxnSpPr>
          <p:cNvPr id="30" name="꺾인 연결선 29"/>
          <p:cNvCxnSpPr>
            <a:cxnSpLocks/>
            <a:stCxn id="31" idx="1"/>
            <a:endCxn id="34" idx="1"/>
          </p:cNvCxnSpPr>
          <p:nvPr/>
        </p:nvCxnSpPr>
        <p:spPr>
          <a:xfrm rot="10800000" flipH="1" flipV="1">
            <a:off x="4436724" y="2584024"/>
            <a:ext cx="2334568" cy="2872243"/>
          </a:xfrm>
          <a:prstGeom prst="bentConnector3">
            <a:avLst>
              <a:gd name="adj1" fmla="val -9792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4436724" y="2431374"/>
            <a:ext cx="3972784" cy="305302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6771292" y="5295540"/>
            <a:ext cx="4518536" cy="321456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7654282" y="6553100"/>
            <a:ext cx="2771450" cy="396768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216472" y="3513373"/>
            <a:ext cx="2437683" cy="760224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cxnSp>
        <p:nvCxnSpPr>
          <p:cNvPr id="42" name="꺾인 연결선 41"/>
          <p:cNvCxnSpPr>
            <a:cxnSpLocks/>
            <a:stCxn id="41" idx="2"/>
            <a:endCxn id="35" idx="2"/>
          </p:cNvCxnSpPr>
          <p:nvPr/>
        </p:nvCxnSpPr>
        <p:spPr>
          <a:xfrm rot="16200000" flipH="1">
            <a:off x="6399525" y="4309385"/>
            <a:ext cx="2676271" cy="2604693"/>
          </a:xfrm>
          <a:prstGeom prst="bentConnector3">
            <a:avLst>
              <a:gd name="adj1" fmla="val 108542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3943238" y="1296516"/>
            <a:ext cx="9138716" cy="689600"/>
          </a:xfrm>
          <a:prstGeom prst="rect">
            <a:avLst/>
          </a:prstGeom>
          <a:noFill/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 검색 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 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창에 데이터 시트를 입력하면 모든 데이터 시트 중 해당 이름으로 시작하는 데이터 시트만 남깁니다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FBBF8B-400A-4809-B403-A51EE3B28DDD}"/>
              </a:ext>
            </a:extLst>
          </p:cNvPr>
          <p:cNvSpPr txBox="1"/>
          <p:nvPr/>
        </p:nvSpPr>
        <p:spPr>
          <a:xfrm>
            <a:off x="7977460" y="5325463"/>
            <a:ext cx="4700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</a:rPr>
              <a:t>Item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4655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DA93F48A-6946-433B-8665-12D6CABE4F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492" r="1658" b="27418"/>
          <a:stretch/>
        </p:blipFill>
        <p:spPr>
          <a:xfrm>
            <a:off x="5601196" y="3365575"/>
            <a:ext cx="5688632" cy="2147662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1" y="7417196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42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기타 기본 기능 설명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96940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344612" y="1224508"/>
            <a:ext cx="2952327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기타 기본 기능 목록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 검색 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기본 키 중복 외 검증 무시</a:t>
            </a:r>
            <a:endParaRPr lang="en-US" altLang="ko-KR" sz="1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비교 시 </a:t>
            </a:r>
            <a:r>
              <a:rPr lang="ko-KR" altLang="en-US" sz="14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br>
              <a:rPr lang="en-US" altLang="ko-KR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최신 버전과 비교</a:t>
            </a:r>
            <a:endParaRPr lang="en-US" altLang="ko-KR" sz="1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모든 데이터 시트 선택</a:t>
            </a:r>
            <a:endParaRPr lang="en-US" altLang="ko-KR" sz="1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데이터 시트 정보 보기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정보창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각 </a:t>
            </a:r>
            <a:r>
              <a:rPr lang="en-US" altLang="ko-KR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별 기능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출력 시 달라진 점 상세 표시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비교창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각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별 기능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두 개의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디렉토리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파일</a:t>
            </a:r>
            <a:b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비교하여 결과 출력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선택된 데이터 추출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/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일괄 추출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선택된 데이터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/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일괄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685885" y="3960812"/>
            <a:ext cx="1690028" cy="226100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7443565" y="3960812"/>
            <a:ext cx="1690028" cy="226100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9656657" y="3600772"/>
            <a:ext cx="1516173" cy="360040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617736" y="4751345"/>
            <a:ext cx="547028" cy="759500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4233044" y="1615028"/>
            <a:ext cx="3888432" cy="13681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해당 부분을 체크하면 검증을 진행할 때</a:t>
            </a:r>
            <a:endParaRPr lang="en-US" altLang="ko-KR" sz="18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r>
              <a:rPr lang="en-US" altLang="ko-KR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PrimARY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KEY ( </a:t>
            </a:r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기본키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 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중복만 체크합니다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9133593" y="1615028"/>
            <a:ext cx="3888432" cy="13681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해당 부분을 체크하면 비교를 진행할 때</a:t>
            </a:r>
            <a:endParaRPr lang="en-US" altLang="ko-KR" sz="18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하드 디스크에 있는 파일이 아닌 지정된 </a:t>
            </a:r>
            <a:endParaRPr lang="en-US" altLang="ko-KR" sz="18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레포지토리의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최신 버전과 비교합니다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6382236" y="6079524"/>
            <a:ext cx="5328592" cy="10801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모두 체크 버튼을 선택하면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 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로드 된 모든 데이터 시트가 선택 됩니다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endParaRPr lang="en-US" altLang="ko-KR" sz="18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cxnSp>
        <p:nvCxnSpPr>
          <p:cNvPr id="14" name="꺾인 연결선 13"/>
          <p:cNvCxnSpPr>
            <a:stCxn id="10" idx="2"/>
            <a:endCxn id="13" idx="1"/>
          </p:cNvCxnSpPr>
          <p:nvPr/>
        </p:nvCxnSpPr>
        <p:spPr>
          <a:xfrm rot="16200000" flipH="1">
            <a:off x="5582374" y="5819721"/>
            <a:ext cx="1108739" cy="490986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cxnSpLocks/>
            <a:stCxn id="8" idx="0"/>
            <a:endCxn id="12" idx="1"/>
          </p:cNvCxnSpPr>
          <p:nvPr/>
        </p:nvCxnSpPr>
        <p:spPr>
          <a:xfrm rot="5400000" flipH="1" flipV="1">
            <a:off x="7880232" y="2707451"/>
            <a:ext cx="1661708" cy="845014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7" idx="1"/>
          </p:cNvCxnSpPr>
          <p:nvPr/>
        </p:nvCxnSpPr>
        <p:spPr>
          <a:xfrm rot="10800000">
            <a:off x="4726053" y="3019262"/>
            <a:ext cx="959833" cy="1054601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 35"/>
          <p:cNvCxnSpPr>
            <a:cxnSpLocks/>
            <a:stCxn id="9" idx="3"/>
            <a:endCxn id="13" idx="3"/>
          </p:cNvCxnSpPr>
          <p:nvPr/>
        </p:nvCxnSpPr>
        <p:spPr>
          <a:xfrm>
            <a:off x="11172830" y="3780792"/>
            <a:ext cx="537998" cy="2838792"/>
          </a:xfrm>
          <a:prstGeom prst="bentConnector3">
            <a:avLst>
              <a:gd name="adj1" fmla="val 142491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97676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43931431-2672-4C87-9B65-6B45CDCDD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676" y="3309339"/>
            <a:ext cx="7834647" cy="411763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2F48B30-252F-48C6-945F-A061074DB2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492" r="1658" b="27418"/>
          <a:stretch/>
        </p:blipFill>
        <p:spPr>
          <a:xfrm>
            <a:off x="3817124" y="1545236"/>
            <a:ext cx="3683106" cy="1390504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1" y="7431162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기타 기본 기능 설명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96940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344612" y="1224508"/>
            <a:ext cx="2952326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기타 기본 기능 목록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 검색 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기본 키 중복 외 검증 무시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비교 시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b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최신 버전과 비교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모든 데이터 시트 선택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데이터 시트 정보 보기</a:t>
            </a:r>
            <a:endParaRPr lang="en-US" altLang="ko-KR" sz="1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정보창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각 </a:t>
            </a:r>
            <a:r>
              <a:rPr lang="en-US" altLang="ko-KR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별 기능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출력 시 달라진 점 상세 표시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비교창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각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별 기능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두 개의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디렉토리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파일</a:t>
            </a:r>
            <a:b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비교하여 결과 출력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선택된 데이터 추출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/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일괄 추출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선택된 데이터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/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일괄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4415098" y="2448644"/>
            <a:ext cx="1546138" cy="459611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cxnSp>
        <p:nvCxnSpPr>
          <p:cNvPr id="10" name="꺾인 연결선 9"/>
          <p:cNvCxnSpPr>
            <a:cxnSpLocks/>
            <a:stCxn id="8" idx="2"/>
          </p:cNvCxnSpPr>
          <p:nvPr/>
        </p:nvCxnSpPr>
        <p:spPr>
          <a:xfrm rot="16200000" flipH="1">
            <a:off x="4230571" y="3865850"/>
            <a:ext cx="2401670" cy="486479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7977460" y="1547216"/>
            <a:ext cx="4320480" cy="1355482"/>
          </a:xfrm>
          <a:prstGeom prst="rect">
            <a:avLst/>
          </a:prstGeom>
          <a:noFill/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출력된 데이터 시트의 황토색 버튼을 클릭하면</a:t>
            </a:r>
            <a:b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상세한 데이터 시트에 대한 정보가 출력 됩니다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97676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CB94849D-47F1-4B86-8BEB-292C76C88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332" y="1224508"/>
            <a:ext cx="8811508" cy="4631036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1" y="7423118"/>
            <a:ext cx="404219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44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기타 기본 기능 설명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96940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344612" y="1224508"/>
            <a:ext cx="2921845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기타 기본 기능 목록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 검색 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기본 키 중복 외 검증 무시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비교 시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b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최신 버전과 비교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모든 데이터 시트 선택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데이터 시트 정보 보기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 </a:t>
            </a:r>
            <a:r>
              <a:rPr lang="ko-KR" altLang="en-US" sz="14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정보창</a:t>
            </a: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각 </a:t>
            </a:r>
            <a:r>
              <a:rPr lang="en-US" altLang="ko-KR" sz="14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</a:t>
            </a:r>
            <a:r>
              <a:rPr lang="en-US" altLang="ko-KR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별 기능</a:t>
            </a:r>
            <a:endParaRPr lang="en-US" altLang="ko-KR" sz="1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출력 시 달라진 점 상세 표시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비교창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각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별 기능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두 개의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디렉토리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파일</a:t>
            </a:r>
            <a:b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비교하여 결과 출력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선택된 데이터 추출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/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일괄 추출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선택된 데이터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/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일괄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4287539" y="1378859"/>
            <a:ext cx="2127581" cy="603621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4287539" y="2120539"/>
            <a:ext cx="2127581" cy="242941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6465292" y="1378859"/>
            <a:ext cx="6577661" cy="1045581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577859" y="2448644"/>
            <a:ext cx="2843861" cy="126101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4297227" y="2589524"/>
            <a:ext cx="1263981" cy="168280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4282459" y="2862721"/>
            <a:ext cx="1263981" cy="276263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575567" y="2592660"/>
            <a:ext cx="4771473" cy="3107471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12509766" y="2424441"/>
            <a:ext cx="524593" cy="162560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5981524" y="1541273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1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17" name="순서도: 연결자 16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4173044" y="2110233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2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18" name="순서도: 연결자 17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4169614" y="2534268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3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4169614" y="2871356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4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20" name="순서도: 연결자 19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6465292" y="1262481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5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21" name="순서도: 연결자 20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12290582" y="2375001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6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22" name="순서도: 연결자 21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8341379" y="2375001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7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23" name="순서도: 연결자 22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10236771" y="5093866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8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4287539" y="5961249"/>
            <a:ext cx="1959104" cy="324062"/>
            <a:chOff x="4488004" y="6088323"/>
            <a:chExt cx="1959104" cy="324062"/>
          </a:xfrm>
        </p:grpSpPr>
        <p:sp>
          <p:nvSpPr>
            <p:cNvPr id="24" name="순서도: 연결자 23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1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841096" y="6088323"/>
              <a:ext cx="16060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데이터 시트 이름</a:t>
              </a: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4287539" y="6413826"/>
            <a:ext cx="2512638" cy="324062"/>
            <a:chOff x="4488004" y="6088323"/>
            <a:chExt cx="2512638" cy="324062"/>
          </a:xfrm>
        </p:grpSpPr>
        <p:sp>
          <p:nvSpPr>
            <p:cNvPr id="29" name="순서도: 연결자 28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2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841095" y="6088323"/>
              <a:ext cx="21595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데이터 시트 도메인 사용 여부</a:t>
              </a:r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4287539" y="6858074"/>
            <a:ext cx="3761930" cy="324062"/>
            <a:chOff x="4488004" y="6088323"/>
            <a:chExt cx="3761930" cy="324062"/>
          </a:xfrm>
        </p:grpSpPr>
        <p:sp>
          <p:nvSpPr>
            <p:cNvPr id="32" name="순서도: 연결자 31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3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841096" y="6088323"/>
              <a:ext cx="34088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클라</a:t>
              </a:r>
              <a:r>
                <a:rPr lang="en-US" altLang="ko-KR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/</a:t>
              </a:r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서버를 나누기 전 합쳐진 데이터를 확인할 수 있는 버튼</a:t>
              </a:r>
              <a:endParaRPr lang="en-US" altLang="ko-KR" sz="14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4287539" y="7310194"/>
            <a:ext cx="3617914" cy="324062"/>
            <a:chOff x="4488004" y="6088323"/>
            <a:chExt cx="3617914" cy="324062"/>
          </a:xfrm>
        </p:grpSpPr>
        <p:sp>
          <p:nvSpPr>
            <p:cNvPr id="35" name="순서도: 연결자 34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4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841096" y="6088323"/>
              <a:ext cx="32648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각 파티션 별 데이터를 확인할 수 있는 버튼</a:t>
              </a:r>
              <a:endParaRPr lang="en-US" altLang="ko-KR" sz="14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8448335" y="5961249"/>
            <a:ext cx="1959104" cy="324062"/>
            <a:chOff x="4488004" y="6088323"/>
            <a:chExt cx="1959104" cy="324062"/>
          </a:xfrm>
        </p:grpSpPr>
        <p:sp>
          <p:nvSpPr>
            <p:cNvPr id="38" name="순서도: 연결자 37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5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841096" y="6088323"/>
              <a:ext cx="16060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데이터 필드 정의</a:t>
              </a:r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8448335" y="6413826"/>
            <a:ext cx="2512638" cy="324062"/>
            <a:chOff x="4488004" y="6088323"/>
            <a:chExt cx="2512638" cy="324062"/>
          </a:xfrm>
        </p:grpSpPr>
        <p:sp>
          <p:nvSpPr>
            <p:cNvPr id="41" name="순서도: 연결자 40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6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841095" y="6088323"/>
              <a:ext cx="21595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해당 엑셀 파일을 여는 버튼</a:t>
              </a:r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8448335" y="6858074"/>
            <a:ext cx="2724996" cy="324062"/>
            <a:chOff x="4488004" y="6088323"/>
            <a:chExt cx="2724996" cy="324062"/>
          </a:xfrm>
        </p:grpSpPr>
        <p:sp>
          <p:nvSpPr>
            <p:cNvPr id="44" name="순서도: 연결자 43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7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841096" y="6088323"/>
              <a:ext cx="2371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해당 데이터 시트가 있는 엑셀 파일 경로</a:t>
              </a:r>
              <a:endParaRPr lang="en-US" altLang="ko-KR" sz="14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8448335" y="7310194"/>
            <a:ext cx="2121414" cy="324062"/>
            <a:chOff x="4488004" y="6088323"/>
            <a:chExt cx="2121414" cy="324062"/>
          </a:xfrm>
        </p:grpSpPr>
        <p:sp>
          <p:nvSpPr>
            <p:cNvPr id="47" name="순서도: 연결자 46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8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841096" y="6088323"/>
              <a:ext cx="17683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해당 시트의 데이터</a:t>
              </a:r>
              <a:endParaRPr lang="en-US" altLang="ko-KR" sz="14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29286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5C5F6921-B8E6-4E5D-A30C-C407776FF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210" y="2679020"/>
            <a:ext cx="8900844" cy="466791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956D6AA-5DFE-4B62-AFA1-1E3D7727F7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b="7494"/>
          <a:stretch/>
        </p:blipFill>
        <p:spPr>
          <a:xfrm>
            <a:off x="3581718" y="1453811"/>
            <a:ext cx="6048670" cy="707886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1" y="7427438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45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기타 기본 기능 설명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96940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344612" y="1224508"/>
            <a:ext cx="324036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기타 기본 기능 목록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 검색 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기본 키 중복 외 검증 무시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비교 시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b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최신 버전과 비교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모든 데이터 시트 선택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데이터 시트 정보 보기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정보창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각 </a:t>
            </a:r>
            <a:r>
              <a:rPr lang="en-US" altLang="ko-KR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별 기능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출력 시 달라진 점 상세 표시</a:t>
            </a:r>
            <a:endParaRPr lang="en-US" altLang="ko-KR" sz="1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비교창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각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별 기능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두 개의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디렉토리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파일</a:t>
            </a:r>
            <a:b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비교하여 결과 출력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선택된 데이터 추출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/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일괄 추출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선택된 데이터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/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일괄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6249268" y="1749307"/>
            <a:ext cx="1147141" cy="339297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9774405" y="1454884"/>
            <a:ext cx="3960440" cy="1000481"/>
          </a:xfrm>
          <a:prstGeom prst="rect">
            <a:avLst/>
          </a:prstGeom>
          <a:noFill/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파일로 출력할 데이터 시트 출력 전 달라진 점이 </a:t>
            </a:r>
            <a:b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있다면 해당 내용을 상세하게 표시 합니다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10" name="꺾인 연결선 9"/>
          <p:cNvCxnSpPr>
            <a:cxnSpLocks/>
            <a:stCxn id="8" idx="1"/>
          </p:cNvCxnSpPr>
          <p:nvPr/>
        </p:nvCxnSpPr>
        <p:spPr>
          <a:xfrm rot="10800000" flipV="1">
            <a:off x="4736212" y="1918956"/>
            <a:ext cx="1513056" cy="3094022"/>
          </a:xfrm>
          <a:prstGeom prst="bentConnector3">
            <a:avLst>
              <a:gd name="adj1" fmla="val 133238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9286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그림 49">
            <a:extLst>
              <a:ext uri="{FF2B5EF4-FFF2-40B4-BE49-F238E27FC236}">
                <a16:creationId xmlns:a16="http://schemas.microsoft.com/office/drawing/2014/main" id="{11035509-E42E-44D7-87D3-D88A1B153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952" y="1154837"/>
            <a:ext cx="8900931" cy="4669941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2" y="7423118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46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기타 기본 기능 설명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96940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344612" y="1224508"/>
            <a:ext cx="324036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기타 기본 기능 목록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 검색 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기본 키 중복 외 검증 무시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비교 시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b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최신 버전과 비교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모든 데이터 시트 선택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데이터 시트 정보 보기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정보창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각 </a:t>
            </a:r>
            <a:r>
              <a:rPr lang="en-US" altLang="ko-KR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별 기능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출력 시 달라진 점 상세 표시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</a:t>
            </a:r>
            <a:r>
              <a:rPr lang="ko-KR" altLang="en-US" sz="14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비교창</a:t>
            </a: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각 </a:t>
            </a:r>
            <a:r>
              <a:rPr lang="en-US" altLang="ko-KR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 </a:t>
            </a: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별 기능</a:t>
            </a:r>
            <a:endParaRPr lang="en-US" altLang="ko-KR" sz="1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두 개의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디렉토리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파일</a:t>
            </a:r>
            <a:b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비교하여 결과 출력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선택된 데이터 추출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/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일괄 추출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선택된 데이터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/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일괄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</a:p>
        </p:txBody>
      </p:sp>
      <p:sp>
        <p:nvSpPr>
          <p:cNvPr id="7" name="순서도: 연결자 6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4745033" y="1726053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1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4241819" y="1296516"/>
            <a:ext cx="1285221" cy="1095101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527059" y="1296516"/>
            <a:ext cx="1285221" cy="1095101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4241819" y="2403956"/>
            <a:ext cx="1285221" cy="1095101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527059" y="2403956"/>
            <a:ext cx="1285221" cy="1095101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2" name="순서도: 연결자 11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6030273" y="1726053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2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13" name="순서도: 연결자 12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4745033" y="2880692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3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14" name="순서도: 연결자 13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6030273" y="2880692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4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4233044" y="3499057"/>
            <a:ext cx="2570461" cy="2251502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4102423" y="3664188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5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6849757" y="1296516"/>
            <a:ext cx="2370154" cy="4454043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10020433" y="1296516"/>
            <a:ext cx="2316461" cy="4454043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9036279" y="1234772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6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20" name="순서도: 연결자 19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12197498" y="1296516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7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4241819" y="5961249"/>
            <a:ext cx="2450512" cy="324062"/>
            <a:chOff x="4488004" y="6088323"/>
            <a:chExt cx="2450512" cy="324062"/>
          </a:xfrm>
        </p:grpSpPr>
        <p:sp>
          <p:nvSpPr>
            <p:cNvPr id="23" name="순서도: 연결자 22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1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841095" y="6088323"/>
              <a:ext cx="20974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추가된 </a:t>
              </a:r>
              <a:r>
                <a:rPr lang="ko-KR" altLang="en-US" sz="14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컬럼</a:t>
              </a:r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리스트 및 개수</a:t>
              </a: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4241819" y="6413826"/>
            <a:ext cx="2512638" cy="324062"/>
            <a:chOff x="4488004" y="6088323"/>
            <a:chExt cx="2512638" cy="324062"/>
          </a:xfrm>
        </p:grpSpPr>
        <p:sp>
          <p:nvSpPr>
            <p:cNvPr id="26" name="순서도: 연결자 25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2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841095" y="6088323"/>
              <a:ext cx="21595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삭제된 </a:t>
              </a:r>
              <a:r>
                <a:rPr lang="ko-KR" altLang="en-US" sz="14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컬럼</a:t>
              </a:r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리스트 및 개수</a:t>
              </a: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4241819" y="6858074"/>
            <a:ext cx="5096900" cy="324062"/>
            <a:chOff x="4488004" y="6088323"/>
            <a:chExt cx="5096900" cy="324062"/>
          </a:xfrm>
        </p:grpSpPr>
        <p:sp>
          <p:nvSpPr>
            <p:cNvPr id="29" name="순서도: 연결자 28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3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841095" y="6088323"/>
              <a:ext cx="47438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추가된 </a:t>
              </a:r>
              <a:r>
                <a:rPr lang="ko-KR" altLang="en-US" sz="14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로우</a:t>
              </a:r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리스트 및 개수</a:t>
              </a:r>
              <a:endParaRPr lang="en-US" altLang="ko-KR" sz="14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4241819" y="7310194"/>
            <a:ext cx="5096900" cy="324062"/>
            <a:chOff x="4488004" y="6088323"/>
            <a:chExt cx="5096900" cy="324062"/>
          </a:xfrm>
        </p:grpSpPr>
        <p:sp>
          <p:nvSpPr>
            <p:cNvPr id="32" name="순서도: 연결자 31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4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841095" y="6088323"/>
              <a:ext cx="47438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삭제된 </a:t>
              </a:r>
              <a:r>
                <a:rPr lang="ko-KR" altLang="en-US" sz="14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로우</a:t>
              </a:r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리스트 및 개수</a:t>
              </a:r>
              <a:endParaRPr lang="en-US" altLang="ko-KR" sz="14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6663037" y="5961249"/>
            <a:ext cx="1959104" cy="324062"/>
            <a:chOff x="4488004" y="6088323"/>
            <a:chExt cx="1959104" cy="324062"/>
          </a:xfrm>
        </p:grpSpPr>
        <p:sp>
          <p:nvSpPr>
            <p:cNvPr id="35" name="순서도: 연결자 34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5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841096" y="6088323"/>
              <a:ext cx="16060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변경된 셀 정보 및 개수</a:t>
              </a:r>
              <a:endParaRPr lang="en-US" altLang="ko-KR" sz="14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6663037" y="6413826"/>
            <a:ext cx="2512638" cy="324062"/>
            <a:chOff x="4488004" y="6088323"/>
            <a:chExt cx="2512638" cy="324062"/>
          </a:xfrm>
        </p:grpSpPr>
        <p:sp>
          <p:nvSpPr>
            <p:cNvPr id="38" name="순서도: 연결자 37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6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841095" y="6088323"/>
              <a:ext cx="21595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추출 할 데이터</a:t>
              </a:r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6663037" y="6880709"/>
            <a:ext cx="2512638" cy="324062"/>
            <a:chOff x="4488004" y="6088323"/>
            <a:chExt cx="2512638" cy="324062"/>
          </a:xfrm>
        </p:grpSpPr>
        <p:sp>
          <p:nvSpPr>
            <p:cNvPr id="41" name="순서도: 연결자 40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7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841095" y="6088323"/>
              <a:ext cx="21595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이전 데이터</a:t>
              </a:r>
            </a:p>
          </p:txBody>
        </p:sp>
      </p:grpSp>
      <p:sp>
        <p:nvSpPr>
          <p:cNvPr id="43" name="직사각형 42"/>
          <p:cNvSpPr/>
          <p:nvPr/>
        </p:nvSpPr>
        <p:spPr>
          <a:xfrm>
            <a:off x="8856752" y="5999231"/>
            <a:ext cx="667099" cy="231811"/>
          </a:xfrm>
          <a:prstGeom prst="rect">
            <a:avLst/>
          </a:prstGeom>
          <a:solidFill>
            <a:srgbClr val="D7A80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Koverwatch" panose="02020603020101020101" pitchFamily="18" charset="-127"/>
                <a:ea typeface="Koverwatch" panose="02020603020101020101" pitchFamily="18" charset="-127"/>
              </a:rPr>
              <a:t>변경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8856752" y="6482586"/>
            <a:ext cx="667099" cy="231811"/>
          </a:xfrm>
          <a:prstGeom prst="rect">
            <a:avLst/>
          </a:prstGeom>
          <a:solidFill>
            <a:srgbClr val="FF4E3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Koverwatch" panose="02020603020101020101" pitchFamily="18" charset="-127"/>
                <a:ea typeface="Koverwatch" panose="02020603020101020101" pitchFamily="18" charset="-127"/>
              </a:rPr>
              <a:t>삭제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8856752" y="6950325"/>
            <a:ext cx="667099" cy="231811"/>
          </a:xfrm>
          <a:prstGeom prst="rect">
            <a:avLst/>
          </a:prstGeom>
          <a:solidFill>
            <a:srgbClr val="0074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Koverwatch" panose="02020603020101020101" pitchFamily="18" charset="-127"/>
                <a:ea typeface="Koverwatch" panose="02020603020101020101" pitchFamily="18" charset="-127"/>
              </a:rPr>
              <a:t>추가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72652" y="5961249"/>
            <a:ext cx="1606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변경된 데이터</a:t>
            </a: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572652" y="6444602"/>
            <a:ext cx="1606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삭제된 데이터</a:t>
            </a: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572652" y="6925979"/>
            <a:ext cx="1606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추가된 데이터</a:t>
            </a: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29286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E27B8EE-7E9C-4AC9-9C54-36A850E8F9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6847"/>
          <a:stretch/>
        </p:blipFill>
        <p:spPr>
          <a:xfrm>
            <a:off x="4363941" y="3827416"/>
            <a:ext cx="8837655" cy="1537475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2" y="7417196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47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기타 기본 기능 설명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96940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344612" y="1224508"/>
            <a:ext cx="324036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기타 기본 기능 목록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 검색 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기본 키 중복 외 검증 무시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비교 시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b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최신 버전과 비교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모든 데이터 시트 선택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데이터 시트 정보 보기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정보창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각 </a:t>
            </a:r>
            <a:r>
              <a:rPr lang="en-US" altLang="ko-KR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별 기능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출력 시 달라진 점 상세 표시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비교창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각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별 기능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두 개의 </a:t>
            </a:r>
            <a:r>
              <a:rPr lang="ko-KR" altLang="en-US" sz="14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디렉토리</a:t>
            </a: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4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</a:t>
            </a: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파일</a:t>
            </a:r>
            <a:br>
              <a:rPr lang="en-US" altLang="ko-KR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비교하여 결과 출력</a:t>
            </a:r>
            <a:endParaRPr lang="en-US" altLang="ko-KR" sz="1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선택된 데이터 추출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/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일괄 추출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선택된 데이터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/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일괄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4378055" y="3969857"/>
            <a:ext cx="1274661" cy="382099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709332" y="3969857"/>
            <a:ext cx="1080000" cy="382099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6825332" y="3969857"/>
            <a:ext cx="6372000" cy="382099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4378055" y="4392860"/>
            <a:ext cx="8823541" cy="224619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4378055" y="4645369"/>
            <a:ext cx="8823541" cy="594147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12073837" y="4726007"/>
            <a:ext cx="1127760" cy="422275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4361820" y="2411051"/>
            <a:ext cx="2086751" cy="5522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비교 데이터 </a:t>
            </a:r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선택 버튼</a:t>
            </a:r>
            <a:endParaRPr lang="en-US" altLang="ko-KR" sz="18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6867255" y="2963320"/>
            <a:ext cx="2086751" cy="5522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각 </a:t>
            </a:r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디렉토리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설정 버튼</a:t>
            </a:r>
            <a:endParaRPr lang="en-US" altLang="ko-KR" sz="18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11120087" y="2963320"/>
            <a:ext cx="2086751" cy="5522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각 </a:t>
            </a:r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디렉토리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경로 표시 창</a:t>
            </a:r>
            <a:endParaRPr lang="en-US" altLang="ko-KR" sz="18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cxnSp>
        <p:nvCxnSpPr>
          <p:cNvPr id="28" name="꺾인 연결선 27"/>
          <p:cNvCxnSpPr>
            <a:cxnSpLocks/>
            <a:stCxn id="15" idx="1"/>
            <a:endCxn id="25" idx="1"/>
          </p:cNvCxnSpPr>
          <p:nvPr/>
        </p:nvCxnSpPr>
        <p:spPr>
          <a:xfrm rot="10800000">
            <a:off x="4361821" y="2687187"/>
            <a:ext cx="16235" cy="1473721"/>
          </a:xfrm>
          <a:prstGeom prst="bentConnector3">
            <a:avLst>
              <a:gd name="adj1" fmla="val 1508069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꺾인 연결선 30"/>
          <p:cNvCxnSpPr>
            <a:stCxn id="16" idx="0"/>
            <a:endCxn id="26" idx="1"/>
          </p:cNvCxnSpPr>
          <p:nvPr/>
        </p:nvCxnSpPr>
        <p:spPr>
          <a:xfrm rot="5400000" flipH="1" flipV="1">
            <a:off x="6193092" y="3295695"/>
            <a:ext cx="730402" cy="617923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꺾인 연결선 34"/>
          <p:cNvCxnSpPr>
            <a:stCxn id="17" idx="0"/>
            <a:endCxn id="27" idx="1"/>
          </p:cNvCxnSpPr>
          <p:nvPr/>
        </p:nvCxnSpPr>
        <p:spPr>
          <a:xfrm rot="5400000" flipH="1" flipV="1">
            <a:off x="10200508" y="3050279"/>
            <a:ext cx="730402" cy="1108755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4361821" y="6426796"/>
            <a:ext cx="2086751" cy="5522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디렉토리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비교 버튼</a:t>
            </a:r>
            <a:endParaRPr lang="en-US" altLang="ko-KR" sz="18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cxnSp>
        <p:nvCxnSpPr>
          <p:cNvPr id="42" name="꺾인 연결선 41"/>
          <p:cNvCxnSpPr>
            <a:stCxn id="18" idx="1"/>
            <a:endCxn id="41" idx="1"/>
          </p:cNvCxnSpPr>
          <p:nvPr/>
        </p:nvCxnSpPr>
        <p:spPr>
          <a:xfrm rot="10800000" flipV="1">
            <a:off x="4361821" y="4505169"/>
            <a:ext cx="16234" cy="2197761"/>
          </a:xfrm>
          <a:prstGeom prst="bentConnector3">
            <a:avLst>
              <a:gd name="adj1" fmla="val 1508156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9310747" y="5459222"/>
            <a:ext cx="2086751" cy="5522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디렉토리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비교 결과</a:t>
            </a:r>
            <a:endParaRPr lang="en-US" altLang="ko-KR" sz="18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cxnSp>
        <p:nvCxnSpPr>
          <p:cNvPr id="49" name="꺾인 연결선 48"/>
          <p:cNvCxnSpPr>
            <a:cxnSpLocks/>
            <a:stCxn id="19" idx="2"/>
            <a:endCxn id="48" idx="1"/>
          </p:cNvCxnSpPr>
          <p:nvPr/>
        </p:nvCxnSpPr>
        <p:spPr>
          <a:xfrm rot="16200000" flipH="1">
            <a:off x="8802366" y="5226975"/>
            <a:ext cx="495841" cy="520921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9310746" y="6443499"/>
            <a:ext cx="2086751" cy="5522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비교 결과 확인 버튼</a:t>
            </a:r>
            <a:endParaRPr lang="en-US" altLang="ko-KR" sz="18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cxnSp>
        <p:nvCxnSpPr>
          <p:cNvPr id="57" name="꺾인 연결선 56"/>
          <p:cNvCxnSpPr>
            <a:cxnSpLocks/>
            <a:stCxn id="22" idx="2"/>
            <a:endCxn id="56" idx="3"/>
          </p:cNvCxnSpPr>
          <p:nvPr/>
        </p:nvCxnSpPr>
        <p:spPr>
          <a:xfrm rot="5400000">
            <a:off x="11231931" y="5313848"/>
            <a:ext cx="1571352" cy="1240220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4050180" y="1470813"/>
            <a:ext cx="9138716" cy="689600"/>
          </a:xfrm>
          <a:prstGeom prst="rect">
            <a:avLst/>
          </a:prstGeom>
          <a:noFill/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디렉토리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비교창을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통해 </a:t>
            </a:r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두개의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디렉토리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파일을 비교 및 결과를 확인 할 수 있습니다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</a:t>
            </a:r>
            <a:endParaRPr lang="en-US" altLang="ko-KR" sz="18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05213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DB2BE78-5411-4559-9BC5-813B2C81D4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586" t="3107" b="74973"/>
          <a:stretch/>
        </p:blipFill>
        <p:spPr>
          <a:xfrm>
            <a:off x="3920834" y="3998405"/>
            <a:ext cx="9025178" cy="1402567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1" y="7417196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기타 기본 기능 설명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96940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344612" y="1224508"/>
            <a:ext cx="2952323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기타 기본 기능 목록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 검색 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기본 키 중복 외 검증 무시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비교 시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b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최신 버전과 비교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모든 데이터 시트 선택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데이터 시트 정보 보기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정보창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각 </a:t>
            </a:r>
            <a:r>
              <a:rPr lang="en-US" altLang="ko-KR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별 기능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출력 시 달라진 점 상세 표시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비교창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각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별 기능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두 개의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디렉토리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파일</a:t>
            </a:r>
            <a:b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비교하여 결과 출력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선택된 데이터 추출 </a:t>
            </a:r>
            <a:r>
              <a:rPr lang="en-US" altLang="ko-KR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/ </a:t>
            </a: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일괄 추출</a:t>
            </a:r>
            <a:endParaRPr lang="en-US" altLang="ko-KR" sz="1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선택된 데이터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/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일괄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서밋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3973339" y="4288851"/>
            <a:ext cx="432048" cy="608064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8841556" y="4029855"/>
            <a:ext cx="2016224" cy="258996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9561636" y="4438686"/>
            <a:ext cx="1702171" cy="458230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3899539" y="1728564"/>
            <a:ext cx="66702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선택된 데이터 시트를 </a:t>
            </a:r>
            <a:r>
              <a:rPr lang="ko-KR" altLang="en-US" sz="1800" b="1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일괄로 출력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하거나 각각의 </a:t>
            </a:r>
            <a:r>
              <a:rPr lang="ko-KR" altLang="en-US" sz="1800" b="1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시트를 개별로 출력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할 수 있습니다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9339229" y="2721926"/>
            <a:ext cx="3673734" cy="7785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체크 된 모든 데이터를 일괄로 출력 가능 합니다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13" name="꺾인 연결선 12"/>
          <p:cNvCxnSpPr>
            <a:cxnSpLocks/>
            <a:stCxn id="9" idx="1"/>
            <a:endCxn id="12" idx="1"/>
          </p:cNvCxnSpPr>
          <p:nvPr/>
        </p:nvCxnSpPr>
        <p:spPr>
          <a:xfrm rot="10800000" flipH="1">
            <a:off x="8841555" y="3111195"/>
            <a:ext cx="497673" cy="1048158"/>
          </a:xfrm>
          <a:prstGeom prst="bentConnector3">
            <a:avLst>
              <a:gd name="adj1" fmla="val -147371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cxnSpLocks/>
            <a:stCxn id="8" idx="0"/>
            <a:endCxn id="12" idx="1"/>
          </p:cNvCxnSpPr>
          <p:nvPr/>
        </p:nvCxnSpPr>
        <p:spPr>
          <a:xfrm rot="5400000" flipH="1" flipV="1">
            <a:off x="6175468" y="1125090"/>
            <a:ext cx="1177656" cy="5149866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4737100" y="5833602"/>
            <a:ext cx="4934206" cy="7785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 추출 기능 버튼을 통해 개별 출력이 가능 합니다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endParaRPr lang="en-US" altLang="ko-KR" sz="18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cxnSp>
        <p:nvCxnSpPr>
          <p:cNvPr id="35" name="꺾인 연결선 34"/>
          <p:cNvCxnSpPr>
            <a:cxnSpLocks/>
            <a:stCxn id="10" idx="2"/>
            <a:endCxn id="34" idx="3"/>
          </p:cNvCxnSpPr>
          <p:nvPr/>
        </p:nvCxnSpPr>
        <p:spPr>
          <a:xfrm rot="5400000">
            <a:off x="9379037" y="5189185"/>
            <a:ext cx="1325955" cy="741416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5213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그림 38">
            <a:extLst>
              <a:ext uri="{FF2B5EF4-FFF2-40B4-BE49-F238E27FC236}">
                <a16:creationId xmlns:a16="http://schemas.microsoft.com/office/drawing/2014/main" id="{23D4A7C7-0511-4B56-A7BD-579CA5FF12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743" t="33558" r="14002" b="25091"/>
          <a:stretch/>
        </p:blipFill>
        <p:spPr>
          <a:xfrm>
            <a:off x="4290430" y="5165171"/>
            <a:ext cx="4051701" cy="2404770"/>
          </a:xfrm>
          <a:prstGeom prst="rect">
            <a:avLst/>
          </a:prstGeom>
          <a:ln>
            <a:solidFill>
              <a:srgbClr val="00FFCC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6634D52-C8E2-47CE-B2D3-BC366CB58C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9" t="4937" b="49603"/>
          <a:stretch/>
        </p:blipFill>
        <p:spPr>
          <a:xfrm>
            <a:off x="4257753" y="2691835"/>
            <a:ext cx="8613286" cy="891023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1" y="7417196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49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기타 기본 기능 설명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96940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344612" y="1224508"/>
            <a:ext cx="293139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기타 기본 기능 목록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 검색 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기본 키 중복 외 검증 무시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비교 시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b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최신 버전과 비교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모든 데이터 시트 선택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데이터 시트 정보 보기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정보창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각 </a:t>
            </a:r>
            <a:r>
              <a:rPr lang="en-US" altLang="ko-KR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별 기능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출력 시 달라진 점 상세 표시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비교창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각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별 기능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두 개의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디렉토리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포멧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파일</a:t>
            </a:r>
            <a:b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비교하여 결과 출력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선택된 데이터 추출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/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일괄 추출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선택된 데이터 </a:t>
            </a:r>
            <a:r>
              <a:rPr lang="ko-KR" altLang="en-US" sz="14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en-US" altLang="ko-KR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4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서밋</a:t>
            </a:r>
            <a:r>
              <a:rPr lang="en-US" altLang="ko-KR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/ </a:t>
            </a: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일괄 </a:t>
            </a:r>
            <a:r>
              <a:rPr lang="ko-KR" altLang="en-US" sz="14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en-US" altLang="ko-KR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4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서밋</a:t>
            </a:r>
            <a:r>
              <a:rPr lang="en-US" altLang="ko-KR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257753" y="1276894"/>
            <a:ext cx="66702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선택된 데이터 시트를 </a:t>
            </a:r>
            <a:r>
              <a:rPr lang="ko-KR" altLang="en-US" sz="1800" b="1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일괄로 </a:t>
            </a:r>
            <a:r>
              <a:rPr lang="ko-KR" altLang="en-US" sz="1800" b="1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하거나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각각의 </a:t>
            </a:r>
            <a:r>
              <a:rPr lang="ko-KR" altLang="en-US" sz="1800" b="1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시트를 개별로 </a:t>
            </a:r>
            <a:r>
              <a:rPr lang="ko-KR" altLang="en-US" sz="1800" b="1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할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수 있습니다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4323097" y="2956437"/>
            <a:ext cx="392062" cy="572252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8935620" y="2691835"/>
            <a:ext cx="1939501" cy="264525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11196883" y="2956360"/>
            <a:ext cx="1653220" cy="572328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8722249" y="1831052"/>
            <a:ext cx="3920567" cy="7064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체크 된 모든 데이터를 일괄로 </a:t>
            </a:r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가능 합니다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12" name="꺾인 연결선 11"/>
          <p:cNvCxnSpPr>
            <a:cxnSpLocks/>
            <a:stCxn id="9" idx="1"/>
            <a:endCxn id="11" idx="1"/>
          </p:cNvCxnSpPr>
          <p:nvPr/>
        </p:nvCxnSpPr>
        <p:spPr>
          <a:xfrm rot="10800000">
            <a:off x="8722250" y="2184294"/>
            <a:ext cx="213371" cy="639804"/>
          </a:xfrm>
          <a:prstGeom prst="bentConnector3">
            <a:avLst>
              <a:gd name="adj1" fmla="val 363379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꺾인 연결선 12"/>
          <p:cNvCxnSpPr>
            <a:cxnSpLocks/>
            <a:stCxn id="8" idx="0"/>
            <a:endCxn id="11" idx="1"/>
          </p:cNvCxnSpPr>
          <p:nvPr/>
        </p:nvCxnSpPr>
        <p:spPr>
          <a:xfrm rot="5400000" flipH="1" flipV="1">
            <a:off x="6234617" y="468806"/>
            <a:ext cx="772143" cy="4203121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6520701" y="4227637"/>
            <a:ext cx="4567791" cy="7064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가능 버튼을 통해 개별 </a:t>
            </a:r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커밋이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가능 합니다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endParaRPr lang="en-US" altLang="ko-KR" sz="18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cxnSp>
        <p:nvCxnSpPr>
          <p:cNvPr id="15" name="꺾인 연결선 14"/>
          <p:cNvCxnSpPr>
            <a:cxnSpLocks/>
            <a:stCxn id="10" idx="2"/>
            <a:endCxn id="14" idx="3"/>
          </p:cNvCxnSpPr>
          <p:nvPr/>
        </p:nvCxnSpPr>
        <p:spPr>
          <a:xfrm rot="5400000">
            <a:off x="11029898" y="3587283"/>
            <a:ext cx="1052191" cy="935001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/>
          <p:cNvSpPr/>
          <p:nvPr/>
        </p:nvSpPr>
        <p:spPr>
          <a:xfrm>
            <a:off x="8551698" y="6007516"/>
            <a:ext cx="47525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버튼을 누르면 이미지와 같이 </a:t>
            </a:r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메시지 창이 나오며 </a:t>
            </a:r>
            <a:b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</a:b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해당 창에 </a:t>
            </a:r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메시지를 입력하면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 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시트가 </a:t>
            </a:r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커밋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됩니다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93844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3E2D3519-A232-46FF-A34B-FAC478662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714" y="3344433"/>
            <a:ext cx="8015717" cy="418137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C742CDA-A5F7-419D-A8BE-CA4B649B9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451" y="1830619"/>
            <a:ext cx="6287534" cy="976457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2" y="7428810"/>
            <a:ext cx="411183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50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기타 전용 기능 설명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96940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344612" y="1224508"/>
            <a:ext cx="295232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기타 전용 기능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– </a:t>
            </a:r>
            <a:r>
              <a:rPr lang="ko-KR" altLang="en-US" sz="1600" b="1" dirty="0" err="1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600" b="1" dirty="0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사용</a:t>
            </a:r>
            <a:r>
              <a:rPr lang="ko-KR" altLang="en-US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해당 데이터 </a:t>
            </a:r>
            <a:r>
              <a:rPr lang="ko-KR" altLang="en-US" sz="14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정보 보기</a:t>
            </a:r>
            <a:endParaRPr lang="en-US" altLang="ko-KR" sz="1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디스크 데이터 정보 확인</a:t>
            </a:r>
            <a:endParaRPr lang="en-US" altLang="ko-KR" sz="1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로우의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별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히스토리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확인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레포지토리의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이력 정보 확인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3477404" y="1141288"/>
            <a:ext cx="9138716" cy="689600"/>
          </a:xfrm>
          <a:prstGeom prst="rect">
            <a:avLst/>
          </a:prstGeom>
          <a:noFill/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출력될 데이터 시트에서 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도메인 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 </a:t>
            </a:r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컬럼의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버튼을 선택하면 해당 데이터에 대한 </a:t>
            </a:r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정보를 확인 할 수 있습니다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457180" y="2119902"/>
            <a:ext cx="1257091" cy="360000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cxnSp>
        <p:nvCxnSpPr>
          <p:cNvPr id="14" name="꺾인 연결선 13"/>
          <p:cNvCxnSpPr>
            <a:cxnSpLocks/>
            <a:stCxn id="13" idx="2"/>
            <a:endCxn id="17" idx="0"/>
          </p:cNvCxnSpPr>
          <p:nvPr/>
        </p:nvCxnSpPr>
        <p:spPr>
          <a:xfrm rot="16200000" flipH="1">
            <a:off x="6525884" y="2039743"/>
            <a:ext cx="864531" cy="1744847"/>
          </a:xfrm>
          <a:prstGeom prst="bentConnector3">
            <a:avLst>
              <a:gd name="adj1" fmla="val 50000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3837444" y="3344433"/>
            <a:ext cx="3439144" cy="4092687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7850636" y="3659082"/>
            <a:ext cx="3439143" cy="3778038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12081916" y="4968924"/>
            <a:ext cx="2450512" cy="324062"/>
            <a:chOff x="4488004" y="6088323"/>
            <a:chExt cx="2450512" cy="324062"/>
          </a:xfrm>
        </p:grpSpPr>
        <p:sp>
          <p:nvSpPr>
            <p:cNvPr id="21" name="순서도: 연결자 20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1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841095" y="6088323"/>
              <a:ext cx="20974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추출할 데이터의 내용</a:t>
              </a: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12081916" y="5396702"/>
            <a:ext cx="2450512" cy="324062"/>
            <a:chOff x="4488004" y="6088323"/>
            <a:chExt cx="2450512" cy="324062"/>
          </a:xfrm>
        </p:grpSpPr>
        <p:sp>
          <p:nvSpPr>
            <p:cNvPr id="30" name="순서도: 연결자 29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841095" y="6088323"/>
              <a:ext cx="20974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현재 디스크 파일 내용</a:t>
              </a:r>
            </a:p>
          </p:txBody>
        </p:sp>
      </p:grpSp>
      <p:sp>
        <p:nvSpPr>
          <p:cNvPr id="32" name="순서도: 연결자 31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3712055" y="3250984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1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33" name="순서도: 연결자 32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7691176" y="3544944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2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7278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7D65A701-14EF-48D9-A3F4-2FC3A41843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924" r="386" b="3463"/>
          <a:stretch/>
        </p:blipFill>
        <p:spPr>
          <a:xfrm>
            <a:off x="5407122" y="2913632"/>
            <a:ext cx="4676717" cy="4789193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1" y="7417196"/>
            <a:ext cx="404219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51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기타 전용 기능 설명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96940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344612" y="1224508"/>
            <a:ext cx="295232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기타 전용 기능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– </a:t>
            </a:r>
            <a:r>
              <a:rPr lang="ko-KR" altLang="en-US" sz="1600" b="1" dirty="0" err="1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600" b="1" dirty="0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사용</a:t>
            </a:r>
            <a:r>
              <a:rPr lang="ko-KR" altLang="en-US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해당 데이터 </a:t>
            </a:r>
            <a:r>
              <a:rPr lang="ko-KR" altLang="en-US" sz="14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정보 보기</a:t>
            </a:r>
            <a:endParaRPr lang="en-US" altLang="ko-KR" sz="1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디스크 데이터 정보 확인</a:t>
            </a:r>
            <a:endParaRPr lang="en-US" altLang="ko-KR" sz="1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로우의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별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히스토리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확인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레포지토리의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이력 정보 확인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509BE12-5762-4100-A7D6-391855AFF7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390" r="563"/>
          <a:stretch/>
        </p:blipFill>
        <p:spPr>
          <a:xfrm>
            <a:off x="3837320" y="1811134"/>
            <a:ext cx="6416334" cy="8565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3477404" y="1113400"/>
            <a:ext cx="9138716" cy="689600"/>
          </a:xfrm>
          <a:prstGeom prst="rect">
            <a:avLst/>
          </a:prstGeom>
          <a:noFill/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출력될 데이터 시트에서 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도메인 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 </a:t>
            </a:r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컬럼의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버튼을 선택하면 해당 데이터에 대한 </a:t>
            </a:r>
            <a:r>
              <a:rPr lang="ko-KR" altLang="en-US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정보를 확인 할 수 있습니다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529188" y="1899495"/>
            <a:ext cx="1224136" cy="776321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cxnSp>
        <p:nvCxnSpPr>
          <p:cNvPr id="14" name="꺾인 연결선 13"/>
          <p:cNvCxnSpPr>
            <a:cxnSpLocks/>
            <a:stCxn id="13" idx="1"/>
            <a:endCxn id="26" idx="1"/>
          </p:cNvCxnSpPr>
          <p:nvPr/>
        </p:nvCxnSpPr>
        <p:spPr>
          <a:xfrm rot="10800000" flipV="1">
            <a:off x="5422404" y="2287656"/>
            <a:ext cx="106784" cy="1804108"/>
          </a:xfrm>
          <a:prstGeom prst="bentConnector3">
            <a:avLst>
              <a:gd name="adj1" fmla="val 510314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/>
        </p:nvGrpSpPr>
        <p:grpSpPr>
          <a:xfrm>
            <a:off x="10421112" y="4056835"/>
            <a:ext cx="2450512" cy="324062"/>
            <a:chOff x="4488004" y="6088323"/>
            <a:chExt cx="2450512" cy="324062"/>
          </a:xfrm>
        </p:grpSpPr>
        <p:sp>
          <p:nvSpPr>
            <p:cNvPr id="21" name="순서도: 연결자 20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1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841095" y="6088323"/>
              <a:ext cx="20974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해당 데이터의 </a:t>
              </a:r>
              <a:r>
                <a:rPr lang="ko-KR" altLang="en-US" sz="14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레포지토리</a:t>
              </a:r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</a:t>
              </a:r>
              <a:r>
                <a:rPr lang="ko-KR" altLang="en-US" sz="14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히스토리</a:t>
              </a:r>
              <a:endParaRPr lang="en-US" altLang="ko-KR" sz="14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10421112" y="4734668"/>
            <a:ext cx="2884940" cy="324062"/>
            <a:chOff x="4488004" y="6088323"/>
            <a:chExt cx="2884940" cy="324062"/>
          </a:xfrm>
        </p:grpSpPr>
        <p:sp>
          <p:nvSpPr>
            <p:cNvPr id="30" name="순서도: 연결자 29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841095" y="6088323"/>
              <a:ext cx="25318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선택한 </a:t>
              </a:r>
              <a:r>
                <a:rPr lang="ko-KR" altLang="en-US" sz="14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레포지토리</a:t>
              </a:r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데이터에 대한 내용</a:t>
              </a:r>
              <a:endParaRPr lang="en-US" altLang="ko-KR" sz="14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422404" y="3286611"/>
            <a:ext cx="4646156" cy="1610305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422404" y="5470668"/>
            <a:ext cx="4646156" cy="1616991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422404" y="7467545"/>
            <a:ext cx="4646156" cy="213621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32" name="순서도: 연결자 31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5311140" y="3088116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1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39" name="순서도: 연결자 38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5313376" y="5342068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2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40" name="순서도: 연결자 39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5311140" y="7380716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3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grpSp>
        <p:nvGrpSpPr>
          <p:cNvPr id="41" name="그룹 40"/>
          <p:cNvGrpSpPr/>
          <p:nvPr/>
        </p:nvGrpSpPr>
        <p:grpSpPr>
          <a:xfrm>
            <a:off x="10421112" y="5420435"/>
            <a:ext cx="3100964" cy="523220"/>
            <a:chOff x="4488004" y="6088323"/>
            <a:chExt cx="3100964" cy="523220"/>
          </a:xfrm>
        </p:grpSpPr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841095" y="6088323"/>
              <a:ext cx="274787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선택한 </a:t>
              </a:r>
              <a:r>
                <a:rPr lang="ko-KR" altLang="en-US" sz="14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레포지토리</a:t>
              </a:r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데이터와 비교하는 버튼</a:t>
              </a:r>
              <a:endParaRPr lang="en-US" altLang="ko-KR" sz="14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( </a:t>
              </a:r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데이터 비교와 동일한 </a:t>
              </a:r>
              <a:r>
                <a:rPr lang="en-US" altLang="ko-KR" sz="14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ui</a:t>
              </a:r>
              <a:r>
                <a:rPr lang="en-US" altLang="ko-KR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</a:t>
              </a:r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및 프로세스 사용 </a:t>
              </a:r>
              <a:r>
                <a:rPr lang="en-US" altLang="ko-KR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)</a:t>
              </a: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991B069-579E-4D0B-BD08-1D88E788C8A1}"/>
              </a:ext>
            </a:extLst>
          </p:cNvPr>
          <p:cNvSpPr/>
          <p:nvPr/>
        </p:nvSpPr>
        <p:spPr>
          <a:xfrm>
            <a:off x="6342176" y="3600773"/>
            <a:ext cx="432047" cy="564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C9327CB-60AB-4FCF-AE60-1822D56FAB7F}"/>
              </a:ext>
            </a:extLst>
          </p:cNvPr>
          <p:cNvSpPr/>
          <p:nvPr/>
        </p:nvSpPr>
        <p:spPr>
          <a:xfrm>
            <a:off x="6342176" y="3716480"/>
            <a:ext cx="432047" cy="5643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5417408-2688-4B1F-B46F-44F6B0F16338}"/>
              </a:ext>
            </a:extLst>
          </p:cNvPr>
          <p:cNvSpPr/>
          <p:nvPr/>
        </p:nvSpPr>
        <p:spPr>
          <a:xfrm>
            <a:off x="7689428" y="3600772"/>
            <a:ext cx="432047" cy="5643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FBBD910-12B1-4311-9D58-B05589922479}"/>
              </a:ext>
            </a:extLst>
          </p:cNvPr>
          <p:cNvSpPr/>
          <p:nvPr/>
        </p:nvSpPr>
        <p:spPr>
          <a:xfrm>
            <a:off x="7689427" y="4734668"/>
            <a:ext cx="432047" cy="7348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926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47F5F7D-3A1B-4821-A590-BE96DBD7D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576" y="1313981"/>
            <a:ext cx="9448182" cy="4813694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78494" y="7415319"/>
            <a:ext cx="404219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52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기타 전용 기능 설명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96940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344612" y="1224508"/>
            <a:ext cx="296900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기타 전용 기능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– </a:t>
            </a:r>
            <a:r>
              <a:rPr lang="ko-KR" altLang="en-US" sz="1600" b="1" dirty="0" err="1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600" b="1" dirty="0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사용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해당 데이터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정보 보기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디스크 데이터 정보 확인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</a:t>
            </a:r>
            <a:r>
              <a:rPr lang="ko-KR" altLang="en-US" sz="14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로우의</a:t>
            </a: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4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별 </a:t>
            </a:r>
            <a:r>
              <a:rPr lang="ko-KR" altLang="en-US" sz="14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히스토리</a:t>
            </a: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확인</a:t>
            </a:r>
            <a:endParaRPr lang="en-US" altLang="ko-KR" sz="1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레포지토리의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이력 정보 확인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4121924" y="1806295"/>
            <a:ext cx="3999552" cy="160184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8810601" y="1949922"/>
            <a:ext cx="4711475" cy="195815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8810601" y="2186468"/>
            <a:ext cx="4711474" cy="2659615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8804440" y="4875814"/>
            <a:ext cx="4711475" cy="993375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8804440" y="5911165"/>
            <a:ext cx="4711474" cy="195365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3826458" y="1746991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1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17" name="순서도: 연결자 16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8588712" y="1749566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2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18" name="순서도: 연결자 17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8587740" y="2229345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3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8587740" y="4747418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4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20" name="순서도: 연결자 19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8587740" y="5897540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5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4091528" y="6265068"/>
            <a:ext cx="2450512" cy="324062"/>
            <a:chOff x="4488004" y="6088323"/>
            <a:chExt cx="2450512" cy="324062"/>
          </a:xfrm>
        </p:grpSpPr>
        <p:sp>
          <p:nvSpPr>
            <p:cNvPr id="22" name="순서도: 연결자 21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1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841095" y="6088323"/>
              <a:ext cx="20974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히스토리를</a:t>
              </a:r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확인할 데이터 </a:t>
              </a:r>
              <a:r>
                <a:rPr lang="ko-KR" altLang="en-US" sz="14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로우</a:t>
              </a:r>
              <a:endParaRPr lang="en-US" altLang="ko-KR" sz="14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4091528" y="6747668"/>
            <a:ext cx="2450512" cy="324062"/>
            <a:chOff x="4488004" y="6088323"/>
            <a:chExt cx="2450512" cy="324062"/>
          </a:xfrm>
        </p:grpSpPr>
        <p:sp>
          <p:nvSpPr>
            <p:cNvPr id="25" name="순서도: 연결자 24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2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841095" y="6088323"/>
              <a:ext cx="20974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선택한 데이터 </a:t>
              </a:r>
              <a:r>
                <a:rPr lang="ko-KR" altLang="en-US" sz="14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히스토리</a:t>
              </a:r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확인 버튼</a:t>
              </a:r>
              <a:endParaRPr lang="en-US" altLang="ko-KR" sz="14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4091528" y="7209123"/>
            <a:ext cx="2450512" cy="324062"/>
            <a:chOff x="4488004" y="6088323"/>
            <a:chExt cx="2450512" cy="324062"/>
          </a:xfrm>
        </p:grpSpPr>
        <p:sp>
          <p:nvSpPr>
            <p:cNvPr id="28" name="순서도: 연결자 27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3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841095" y="6088323"/>
              <a:ext cx="20974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선택한 </a:t>
              </a:r>
              <a:r>
                <a:rPr lang="ko-KR" altLang="en-US" sz="14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로우의</a:t>
              </a:r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</a:t>
              </a:r>
              <a:r>
                <a:rPr lang="ko-KR" altLang="en-US" sz="14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히스토리</a:t>
              </a:r>
              <a:endParaRPr lang="en-US" altLang="ko-KR" sz="14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9351421" y="6265068"/>
            <a:ext cx="2450512" cy="324062"/>
            <a:chOff x="4488004" y="6088323"/>
            <a:chExt cx="2450512" cy="324062"/>
          </a:xfrm>
        </p:grpSpPr>
        <p:sp>
          <p:nvSpPr>
            <p:cNvPr id="31" name="순서도: 연결자 30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4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841095" y="6088323"/>
              <a:ext cx="20974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선택한 </a:t>
              </a:r>
              <a:r>
                <a:rPr lang="ko-KR" altLang="en-US" sz="14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히스토리의</a:t>
              </a:r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</a:t>
              </a:r>
              <a:r>
                <a:rPr lang="ko-KR" altLang="en-US" sz="14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커밋</a:t>
              </a:r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로그</a:t>
              </a:r>
              <a:endParaRPr lang="en-US" altLang="ko-KR" sz="14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9351421" y="6747668"/>
            <a:ext cx="2450512" cy="324062"/>
            <a:chOff x="4488004" y="6088323"/>
            <a:chExt cx="2450512" cy="324062"/>
          </a:xfrm>
        </p:grpSpPr>
        <p:sp>
          <p:nvSpPr>
            <p:cNvPr id="34" name="순서도: 연결자 33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5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841095" y="6088323"/>
              <a:ext cx="20974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선택한 </a:t>
              </a:r>
              <a:r>
                <a:rPr lang="ko-KR" altLang="en-US" sz="14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히스토리</a:t>
              </a:r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데이터와 비교</a:t>
              </a:r>
              <a:endParaRPr lang="en-US" altLang="ko-KR" sz="14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7014865" y="6310338"/>
            <a:ext cx="2321912" cy="1272507"/>
            <a:chOff x="6655301" y="6742055"/>
            <a:chExt cx="2321912" cy="1272507"/>
          </a:xfrm>
        </p:grpSpPr>
        <p:sp>
          <p:nvSpPr>
            <p:cNvPr id="36" name="직사각형 35"/>
            <p:cNvSpPr/>
            <p:nvPr/>
          </p:nvSpPr>
          <p:spPr>
            <a:xfrm>
              <a:off x="6655301" y="6780037"/>
              <a:ext cx="667099" cy="231811"/>
            </a:xfrm>
            <a:prstGeom prst="rect">
              <a:avLst/>
            </a:prstGeom>
            <a:solidFill>
              <a:srgbClr val="D7A80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latin typeface="Koverwatch" panose="02020603020101020101" pitchFamily="18" charset="-127"/>
                  <a:ea typeface="Koverwatch" panose="02020603020101020101" pitchFamily="18" charset="-127"/>
                </a:rPr>
                <a:t>변경</a:t>
              </a: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6655301" y="7263392"/>
              <a:ext cx="667099" cy="231811"/>
            </a:xfrm>
            <a:prstGeom prst="rect">
              <a:avLst/>
            </a:prstGeom>
            <a:solidFill>
              <a:srgbClr val="FE4D3B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latin typeface="Koverwatch" panose="02020603020101020101" pitchFamily="18" charset="-127"/>
                  <a:ea typeface="Koverwatch" panose="02020603020101020101" pitchFamily="18" charset="-127"/>
                </a:rPr>
                <a:t>삭제</a:t>
              </a: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6655301" y="7731131"/>
              <a:ext cx="667099" cy="231811"/>
            </a:xfrm>
            <a:prstGeom prst="rect">
              <a:avLst/>
            </a:prstGeom>
            <a:solidFill>
              <a:srgbClr val="0074B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latin typeface="Koverwatch" panose="02020603020101020101" pitchFamily="18" charset="-127"/>
                  <a:ea typeface="Koverwatch" panose="02020603020101020101" pitchFamily="18" charset="-127"/>
                </a:rPr>
                <a:t>추가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371201" y="6742055"/>
              <a:ext cx="16060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변경된 데이터</a:t>
              </a:r>
              <a:endParaRPr lang="en-US" altLang="ko-KR" sz="14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371201" y="7225408"/>
              <a:ext cx="16060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삭제된 데이터</a:t>
              </a:r>
              <a:endParaRPr lang="en-US" altLang="ko-KR" sz="14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371201" y="7706785"/>
              <a:ext cx="16060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추가된 데이터</a:t>
              </a:r>
              <a:endParaRPr lang="en-US" altLang="ko-KR" sz="14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75DFDEFD-4CA6-496B-861B-BD3F810C4A1A}"/>
              </a:ext>
            </a:extLst>
          </p:cNvPr>
          <p:cNvSpPr/>
          <p:nvPr/>
        </p:nvSpPr>
        <p:spPr>
          <a:xfrm>
            <a:off x="9156777" y="2334518"/>
            <a:ext cx="360000" cy="48235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F228068-65B0-47A4-BE47-9419433C4EF1}"/>
              </a:ext>
            </a:extLst>
          </p:cNvPr>
          <p:cNvSpPr/>
          <p:nvPr/>
        </p:nvSpPr>
        <p:spPr>
          <a:xfrm>
            <a:off x="9156777" y="2446393"/>
            <a:ext cx="360000" cy="72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2E5FE3-5F4A-40A9-8DA8-0D3C65655E11}"/>
              </a:ext>
            </a:extLst>
          </p:cNvPr>
          <p:cNvSpPr/>
          <p:nvPr/>
        </p:nvSpPr>
        <p:spPr>
          <a:xfrm>
            <a:off x="9201596" y="5106714"/>
            <a:ext cx="432008" cy="7823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56F4CB8-2FEA-4A2A-A269-D243E6675734}"/>
              </a:ext>
            </a:extLst>
          </p:cNvPr>
          <p:cNvSpPr/>
          <p:nvPr/>
        </p:nvSpPr>
        <p:spPr>
          <a:xfrm>
            <a:off x="9211626" y="5256153"/>
            <a:ext cx="205994" cy="7823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8864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2E6BF09-53C0-4DE1-AEBD-C075C8899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973" y="2160612"/>
            <a:ext cx="7782476" cy="4392650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75368" y="7417196"/>
            <a:ext cx="407345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53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기타 전용 기능 설명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96940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344612" y="1224508"/>
            <a:ext cx="291882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기타 전용 기능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– </a:t>
            </a:r>
            <a:r>
              <a:rPr lang="ko-KR" altLang="en-US" sz="1600" b="1" dirty="0" err="1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600" b="1" dirty="0">
                <a:solidFill>
                  <a:srgbClr val="92D05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사용</a:t>
            </a:r>
            <a:r>
              <a:rPr lang="ko-KR" altLang="en-US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해당 데이터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정보 보기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디스크 데이터 정보 확인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지정된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로우의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별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히스토리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확인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레포지토리의</a:t>
            </a: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이력 정보 확인</a:t>
            </a:r>
            <a:endParaRPr lang="en-US" altLang="ko-KR" sz="1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3554240" y="2286673"/>
            <a:ext cx="1614908" cy="321352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3554240" y="2627278"/>
            <a:ext cx="1614908" cy="174401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3554241" y="2827885"/>
            <a:ext cx="1614908" cy="477980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181239" y="2286673"/>
            <a:ext cx="150901" cy="4266589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365640" y="2284714"/>
            <a:ext cx="4410273" cy="2057817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362872" y="4359151"/>
            <a:ext cx="5132160" cy="163682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362872" y="4553005"/>
            <a:ext cx="5132160" cy="1473578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5344230" y="6348760"/>
            <a:ext cx="1243567" cy="204502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6618529" y="6348265"/>
            <a:ext cx="3422659" cy="204503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9" name="순서도: 연결자 28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3369767" y="2131713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1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30" name="순서도: 연결자 29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3367684" y="2522887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2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31" name="순서도: 연결자 30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3372834" y="2873629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3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32" name="순서도: 연결자 31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4977897" y="4063739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4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33" name="순서도: 연결자 32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5372490" y="2173389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5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34" name="순서도: 연결자 33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9994700" y="4193856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6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35" name="순서도: 연결자 34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5394519" y="4595299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7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36" name="순서도: 연결자 35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5294423" y="6303369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8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37" name="순서도: 연결자 36">
            <a:extLst>
              <a:ext uri="{FF2B5EF4-FFF2-40B4-BE49-F238E27FC236}">
                <a16:creationId xmlns:a16="http://schemas.microsoft.com/office/drawing/2014/main" id="{417BDB4C-09D3-47CD-9D58-0C4703BBF364}"/>
              </a:ext>
            </a:extLst>
          </p:cNvPr>
          <p:cNvSpPr/>
          <p:nvPr/>
        </p:nvSpPr>
        <p:spPr>
          <a:xfrm>
            <a:off x="7384628" y="6303369"/>
            <a:ext cx="278792" cy="278792"/>
          </a:xfrm>
          <a:prstGeom prst="flowChartConnector">
            <a:avLst/>
          </a:prstGeom>
          <a:solidFill>
            <a:srgbClr val="F8E71D"/>
          </a:solidFill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9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11441748" y="1895425"/>
            <a:ext cx="2450512" cy="324062"/>
            <a:chOff x="4488004" y="6088323"/>
            <a:chExt cx="2450512" cy="324062"/>
          </a:xfrm>
        </p:grpSpPr>
        <p:sp>
          <p:nvSpPr>
            <p:cNvPr id="39" name="순서도: 연결자 38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1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841095" y="6088323"/>
              <a:ext cx="20974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클라</a:t>
              </a:r>
              <a:r>
                <a:rPr lang="en-US" altLang="ko-KR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/</a:t>
              </a:r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서버 선택 하는 버튼</a:t>
              </a:r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11441748" y="2444065"/>
            <a:ext cx="2450512" cy="324062"/>
            <a:chOff x="4488004" y="6088323"/>
            <a:chExt cx="2450512" cy="324062"/>
          </a:xfrm>
        </p:grpSpPr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2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841095" y="6088323"/>
              <a:ext cx="20974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해당 </a:t>
              </a:r>
              <a:r>
                <a:rPr lang="ko-KR" altLang="en-US" sz="14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디렉토리의</a:t>
              </a:r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로드 버튼</a:t>
              </a: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11441748" y="3013025"/>
            <a:ext cx="2450512" cy="324062"/>
            <a:chOff x="4488004" y="6088323"/>
            <a:chExt cx="2450512" cy="324062"/>
          </a:xfrm>
        </p:grpSpPr>
        <p:sp>
          <p:nvSpPr>
            <p:cNvPr id="45" name="순서도: 연결자 44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3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841095" y="6088323"/>
              <a:ext cx="20974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파일 선택 창</a:t>
              </a:r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11441748" y="3602305"/>
            <a:ext cx="2450512" cy="324062"/>
            <a:chOff x="4488004" y="6088323"/>
            <a:chExt cx="2450512" cy="324062"/>
          </a:xfrm>
        </p:grpSpPr>
        <p:sp>
          <p:nvSpPr>
            <p:cNvPr id="48" name="순서도: 연결자 47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4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841095" y="6088323"/>
              <a:ext cx="20974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선택한 파일 정보 로드 버튼</a:t>
              </a:r>
            </a:p>
          </p:txBody>
        </p:sp>
      </p:grpSp>
      <p:grpSp>
        <p:nvGrpSpPr>
          <p:cNvPr id="50" name="그룹 49"/>
          <p:cNvGrpSpPr/>
          <p:nvPr/>
        </p:nvGrpSpPr>
        <p:grpSpPr>
          <a:xfrm>
            <a:off x="11441748" y="4140785"/>
            <a:ext cx="2450512" cy="324062"/>
            <a:chOff x="4488004" y="6088323"/>
            <a:chExt cx="2450512" cy="324062"/>
          </a:xfrm>
        </p:grpSpPr>
        <p:sp>
          <p:nvSpPr>
            <p:cNvPr id="51" name="순서도: 연결자 50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5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841095" y="6088323"/>
              <a:ext cx="20974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선택한 파일 정보 창</a:t>
              </a: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11441748" y="4689425"/>
            <a:ext cx="2450512" cy="324062"/>
            <a:chOff x="4488004" y="6088323"/>
            <a:chExt cx="2450512" cy="324062"/>
          </a:xfrm>
        </p:grpSpPr>
        <p:sp>
          <p:nvSpPr>
            <p:cNvPr id="54" name="순서도: 연결자 53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6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841095" y="6088323"/>
              <a:ext cx="20974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Row </a:t>
              </a:r>
              <a:r>
                <a:rPr lang="ko-KR" altLang="en-US" sz="14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히스토리</a:t>
              </a:r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확인 버튼</a:t>
              </a:r>
            </a:p>
          </p:txBody>
        </p:sp>
      </p:grpSp>
      <p:grpSp>
        <p:nvGrpSpPr>
          <p:cNvPr id="56" name="그룹 55"/>
          <p:cNvGrpSpPr/>
          <p:nvPr/>
        </p:nvGrpSpPr>
        <p:grpSpPr>
          <a:xfrm>
            <a:off x="11441748" y="5258385"/>
            <a:ext cx="2450512" cy="324062"/>
            <a:chOff x="4488004" y="6088323"/>
            <a:chExt cx="2450512" cy="324062"/>
          </a:xfrm>
        </p:grpSpPr>
        <p:sp>
          <p:nvSpPr>
            <p:cNvPr id="57" name="순서도: 연결자 56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7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841095" y="6088323"/>
              <a:ext cx="20974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해당 </a:t>
              </a:r>
              <a:r>
                <a:rPr lang="en-US" altLang="ko-KR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Row </a:t>
              </a:r>
              <a:r>
                <a:rPr lang="ko-KR" altLang="en-US" sz="14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히스토리</a:t>
              </a:r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선택 창</a:t>
              </a:r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11441748" y="5847665"/>
            <a:ext cx="2450512" cy="324062"/>
            <a:chOff x="4488004" y="6088323"/>
            <a:chExt cx="2450512" cy="324062"/>
          </a:xfrm>
        </p:grpSpPr>
        <p:sp>
          <p:nvSpPr>
            <p:cNvPr id="60" name="순서도: 연결자 59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8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841095" y="6088323"/>
              <a:ext cx="20974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해당 </a:t>
              </a:r>
              <a:r>
                <a:rPr lang="ko-KR" altLang="en-US" sz="14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히스토리와</a:t>
              </a:r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비교 버튼</a:t>
              </a:r>
            </a:p>
          </p:txBody>
        </p:sp>
      </p:grpSp>
      <p:grpSp>
        <p:nvGrpSpPr>
          <p:cNvPr id="62" name="그룹 61"/>
          <p:cNvGrpSpPr/>
          <p:nvPr/>
        </p:nvGrpSpPr>
        <p:grpSpPr>
          <a:xfrm>
            <a:off x="11441748" y="6406465"/>
            <a:ext cx="2450512" cy="324062"/>
            <a:chOff x="4488004" y="6088323"/>
            <a:chExt cx="2450512" cy="324062"/>
          </a:xfrm>
        </p:grpSpPr>
        <p:sp>
          <p:nvSpPr>
            <p:cNvPr id="63" name="순서도: 연결자 62">
              <a:extLst>
                <a:ext uri="{FF2B5EF4-FFF2-40B4-BE49-F238E27FC236}">
                  <a16:creationId xmlns:a16="http://schemas.microsoft.com/office/drawing/2014/main" id="{417BDB4C-09D3-47CD-9D58-0C4703BBF364}"/>
                </a:ext>
              </a:extLst>
            </p:cNvPr>
            <p:cNvSpPr/>
            <p:nvPr/>
          </p:nvSpPr>
          <p:spPr>
            <a:xfrm>
              <a:off x="4488004" y="6133593"/>
              <a:ext cx="278792" cy="278792"/>
            </a:xfrm>
            <a:prstGeom prst="flowChartConnector">
              <a:avLst/>
            </a:prstGeom>
            <a:solidFill>
              <a:srgbClr val="F8E71D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9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841095" y="6088323"/>
              <a:ext cx="20974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해당 </a:t>
              </a:r>
              <a:r>
                <a:rPr lang="ko-KR" altLang="en-US" sz="14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히스토리의</a:t>
              </a:r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</a:t>
              </a:r>
              <a:r>
                <a:rPr lang="ko-KR" altLang="en-US" sz="1400" dirty="0" err="1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커밋</a:t>
              </a:r>
              <a:r>
                <a:rPr lang="ko-KR" altLang="en-US" sz="1400" dirty="0">
                  <a:solidFill>
                    <a:schemeClr val="bg1"/>
                  </a:solidFill>
                  <a:latin typeface="Koverwatch" panose="02020603020101020101" pitchFamily="18" charset="-127"/>
                  <a:ea typeface="Koverwatch" panose="02020603020101020101" pitchFamily="18" charset="-127"/>
                </a:rPr>
                <a:t> 로그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8864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8214452-638F-4902-8D83-9F910C2B1E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75" t="10339" b="59317"/>
          <a:stretch/>
        </p:blipFill>
        <p:spPr>
          <a:xfrm>
            <a:off x="3873004" y="1152500"/>
            <a:ext cx="9679003" cy="1656184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1" y="7417196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54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기타 전용 기능 설명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96940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344612" y="1224508"/>
            <a:ext cx="295231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기타 전용 기능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– </a:t>
            </a:r>
            <a:r>
              <a:rPr lang="ko-KR" altLang="en-US" sz="1600" b="1" dirty="0" err="1">
                <a:solidFill>
                  <a:srgbClr val="F2A0CB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스트링</a:t>
            </a:r>
            <a:r>
              <a:rPr lang="ko-KR" altLang="en-US" sz="1600" b="1" dirty="0">
                <a:solidFill>
                  <a:srgbClr val="F2A0CB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테이블 사용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스트링</a:t>
            </a: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 출력</a:t>
            </a:r>
            <a:endParaRPr lang="en-US" altLang="ko-KR" sz="1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BF08A4-2278-4813-B3D8-ECBB876FCD9D}"/>
              </a:ext>
            </a:extLst>
          </p:cNvPr>
          <p:cNvSpPr txBox="1"/>
          <p:nvPr/>
        </p:nvSpPr>
        <p:spPr>
          <a:xfrm>
            <a:off x="3873004" y="3108910"/>
            <a:ext cx="78661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스트링 데이터를 일반 데이터 시트와 따로 추출할 수 있습니다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altLang="ko-KR" sz="18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사용법은 일반 데이터 시트와 동일하지만 몇 가지 설정이 필요합니다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pPr marL="918972" lvl="1" indent="-342900">
              <a:buFont typeface="Arial" panose="020B0604020202020204" pitchFamily="34" charset="0"/>
              <a:buChar char="•"/>
            </a:pPr>
            <a:r>
              <a:rPr lang="ko-KR" altLang="en-US" sz="1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설정 관련 내용은 기본 </a:t>
            </a:r>
            <a:r>
              <a:rPr lang="ko-KR" altLang="en-US" sz="1800" dirty="0" err="1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셋팅</a:t>
            </a:r>
            <a:r>
              <a:rPr lang="ko-KR" altLang="en-US" sz="1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1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/ </a:t>
            </a:r>
            <a:r>
              <a:rPr lang="ko-KR" altLang="en-US" sz="1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설정 목록 별 설명 </a:t>
            </a:r>
            <a:r>
              <a:rPr lang="en-US" altLang="ko-KR" sz="1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– </a:t>
            </a:r>
            <a:r>
              <a:rPr lang="ko-KR" altLang="en-US" sz="1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다음장의 스트링 설정 페이지를 참고해주세요</a:t>
            </a:r>
            <a:r>
              <a:rPr lang="en-US" altLang="ko-KR" sz="18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pPr marL="918972" lvl="1" indent="-342900"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기본 사용 방법은 일반 데이터 시트 추출 사용법과 동일합니다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73870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1" y="7417196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55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기타 전용 기능 설명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96940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344612" y="1224508"/>
            <a:ext cx="295231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기타 전용 기능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– </a:t>
            </a:r>
            <a:r>
              <a:rPr lang="ko-KR" altLang="en-US" sz="1600" b="1" dirty="0" err="1">
                <a:solidFill>
                  <a:srgbClr val="F2A0CB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스트링</a:t>
            </a:r>
            <a:r>
              <a:rPr lang="ko-KR" altLang="en-US" sz="1600" b="1" dirty="0">
                <a:solidFill>
                  <a:srgbClr val="F2A0CB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테이블 사용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스트링</a:t>
            </a: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 출력</a:t>
            </a:r>
            <a:endParaRPr lang="en-US" altLang="ko-KR" sz="1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FD197EA-A0BF-4B62-947B-782BC9899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964" y="1368524"/>
            <a:ext cx="1438476" cy="27626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C431966-01F4-4AA9-9FDC-A1CEDE613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714" y="2248520"/>
            <a:ext cx="1143160" cy="40010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DD0667B-7D45-4237-865B-D08617B51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4742" y="3096716"/>
            <a:ext cx="1609950" cy="54300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A14328C-20D5-4375-94AB-38D0475E22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4742" y="4291183"/>
            <a:ext cx="3648584" cy="37152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5929C7FC-054B-410C-8A98-F65B2ADAD599}"/>
              </a:ext>
            </a:extLst>
          </p:cNvPr>
          <p:cNvSpPr/>
          <p:nvPr/>
        </p:nvSpPr>
        <p:spPr>
          <a:xfrm>
            <a:off x="3512964" y="1267666"/>
            <a:ext cx="1512154" cy="460898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C873B3-AAB5-4ACC-B8EC-E4514DC63E44}"/>
              </a:ext>
            </a:extLst>
          </p:cNvPr>
          <p:cNvSpPr/>
          <p:nvPr/>
        </p:nvSpPr>
        <p:spPr>
          <a:xfrm>
            <a:off x="3576505" y="2278844"/>
            <a:ext cx="1204363" cy="400106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5060D23-55B9-42D8-9361-12B1A95CB06B}"/>
              </a:ext>
            </a:extLst>
          </p:cNvPr>
          <p:cNvSpPr/>
          <p:nvPr/>
        </p:nvSpPr>
        <p:spPr>
          <a:xfrm>
            <a:off x="3514112" y="3230979"/>
            <a:ext cx="1580579" cy="439109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8860F1C-3B92-4C83-9FE7-399B9A600B82}"/>
              </a:ext>
            </a:extLst>
          </p:cNvPr>
          <p:cNvSpPr/>
          <p:nvPr/>
        </p:nvSpPr>
        <p:spPr>
          <a:xfrm>
            <a:off x="8337499" y="1656556"/>
            <a:ext cx="5400587" cy="7785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스트링 데이터 시트의 엑셀 파일 이름은 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‘</a:t>
            </a:r>
            <a:r>
              <a:rPr lang="en-US" altLang="ko-KR" sz="1800" b="1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+mj-lt"/>
                <a:ea typeface="Koverwatch" panose="02020603020101020101" pitchFamily="18" charset="-127"/>
              </a:rPr>
              <a:t>StringTable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’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로 고정 됩니다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20" name="꺾인 연결선 12">
            <a:extLst>
              <a:ext uri="{FF2B5EF4-FFF2-40B4-BE49-F238E27FC236}">
                <a16:creationId xmlns:a16="http://schemas.microsoft.com/office/drawing/2014/main" id="{D15C553D-2C59-4ED9-B07E-D37929C50862}"/>
              </a:ext>
            </a:extLst>
          </p:cNvPr>
          <p:cNvCxnSpPr>
            <a:cxnSpLocks/>
            <a:stCxn id="13" idx="3"/>
            <a:endCxn id="19" idx="1"/>
          </p:cNvCxnSpPr>
          <p:nvPr/>
        </p:nvCxnSpPr>
        <p:spPr>
          <a:xfrm>
            <a:off x="5025118" y="1498115"/>
            <a:ext cx="3312381" cy="547710"/>
          </a:xfrm>
          <a:prstGeom prst="bentConnector3">
            <a:avLst>
              <a:gd name="adj1" fmla="val 50000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71DCF02-4C11-4254-8C14-CB647CC12CA7}"/>
              </a:ext>
            </a:extLst>
          </p:cNvPr>
          <p:cNvSpPr/>
          <p:nvPr/>
        </p:nvSpPr>
        <p:spPr>
          <a:xfrm>
            <a:off x="8333944" y="2648136"/>
            <a:ext cx="5400587" cy="7785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스트링 데이터 시트의 엑셀 시트 이름은 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‘</a:t>
            </a:r>
            <a:r>
              <a:rPr lang="en-US" altLang="ko-KR" sz="18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+mj-lt"/>
                <a:ea typeface="Koverwatch" panose="02020603020101020101" pitchFamily="18" charset="-127"/>
              </a:rPr>
              <a:t>@</a:t>
            </a:r>
            <a:r>
              <a:rPr lang="en-US" altLang="ko-KR" sz="1800" b="1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+mj-lt"/>
                <a:ea typeface="Koverwatch" panose="02020603020101020101" pitchFamily="18" charset="-127"/>
              </a:rPr>
              <a:t>StringTable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’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로 고정 됩니다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30" name="꺾인 연결선 12">
            <a:extLst>
              <a:ext uri="{FF2B5EF4-FFF2-40B4-BE49-F238E27FC236}">
                <a16:creationId xmlns:a16="http://schemas.microsoft.com/office/drawing/2014/main" id="{32DA5385-FF19-4D2D-8F81-D388F39F9131}"/>
              </a:ext>
            </a:extLst>
          </p:cNvPr>
          <p:cNvCxnSpPr>
            <a:cxnSpLocks/>
            <a:stCxn id="15" idx="3"/>
            <a:endCxn id="29" idx="1"/>
          </p:cNvCxnSpPr>
          <p:nvPr/>
        </p:nvCxnSpPr>
        <p:spPr>
          <a:xfrm>
            <a:off x="4780868" y="2478897"/>
            <a:ext cx="3553076" cy="558508"/>
          </a:xfrm>
          <a:prstGeom prst="bentConnector3">
            <a:avLst>
              <a:gd name="adj1" fmla="val 50000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985CC72-B6E4-4B50-9D86-E5AD162F0E3C}"/>
              </a:ext>
            </a:extLst>
          </p:cNvPr>
          <p:cNvSpPr/>
          <p:nvPr/>
        </p:nvSpPr>
        <p:spPr>
          <a:xfrm>
            <a:off x="8337499" y="3639717"/>
            <a:ext cx="5400584" cy="7785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스트링 데이터의 제일 처음 컬럼 이름은 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‘</a:t>
            </a:r>
            <a:r>
              <a:rPr lang="en-US" altLang="ko-KR" sz="18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+mj-lt"/>
                <a:ea typeface="Koverwatch" panose="02020603020101020101" pitchFamily="18" charset="-127"/>
              </a:rPr>
              <a:t>Key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’ 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로 입력합니다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18EF3E6-0A3C-4274-AFEC-CC1DF727CF55}"/>
              </a:ext>
            </a:extLst>
          </p:cNvPr>
          <p:cNvSpPr/>
          <p:nvPr/>
        </p:nvSpPr>
        <p:spPr>
          <a:xfrm>
            <a:off x="8333944" y="4631297"/>
            <a:ext cx="5400580" cy="7785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2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자리의 국가 코드를 입력합니다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 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해당 국가에 맞춰서 데이터가 출력됩니다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38" name="꺾인 연결선 12">
            <a:extLst>
              <a:ext uri="{FF2B5EF4-FFF2-40B4-BE49-F238E27FC236}">
                <a16:creationId xmlns:a16="http://schemas.microsoft.com/office/drawing/2014/main" id="{B0AAA16F-F4F7-456F-B652-8138B841BF2B}"/>
              </a:ext>
            </a:extLst>
          </p:cNvPr>
          <p:cNvCxnSpPr>
            <a:cxnSpLocks/>
            <a:stCxn id="17" idx="3"/>
            <a:endCxn id="36" idx="1"/>
          </p:cNvCxnSpPr>
          <p:nvPr/>
        </p:nvCxnSpPr>
        <p:spPr>
          <a:xfrm>
            <a:off x="5094691" y="3450534"/>
            <a:ext cx="3242808" cy="578452"/>
          </a:xfrm>
          <a:prstGeom prst="bentConnector3">
            <a:avLst>
              <a:gd name="adj1" fmla="val 50000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연결선 12">
            <a:extLst>
              <a:ext uri="{FF2B5EF4-FFF2-40B4-BE49-F238E27FC236}">
                <a16:creationId xmlns:a16="http://schemas.microsoft.com/office/drawing/2014/main" id="{4696DB0F-9706-494D-8475-D6AC24D6301A}"/>
              </a:ext>
            </a:extLst>
          </p:cNvPr>
          <p:cNvCxnSpPr>
            <a:cxnSpLocks/>
            <a:stCxn id="44" idx="3"/>
            <a:endCxn id="37" idx="1"/>
          </p:cNvCxnSpPr>
          <p:nvPr/>
        </p:nvCxnSpPr>
        <p:spPr>
          <a:xfrm>
            <a:off x="7133321" y="4484127"/>
            <a:ext cx="1200623" cy="536439"/>
          </a:xfrm>
          <a:prstGeom prst="bentConnector3">
            <a:avLst>
              <a:gd name="adj1" fmla="val 50000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1939987-5A2C-4F52-947B-7A13BD6DD67D}"/>
              </a:ext>
            </a:extLst>
          </p:cNvPr>
          <p:cNvSpPr/>
          <p:nvPr/>
        </p:nvSpPr>
        <p:spPr>
          <a:xfrm>
            <a:off x="3484742" y="4264572"/>
            <a:ext cx="3648579" cy="439109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E1305B5-2695-4CC9-A329-5E1CA4A17F3D}"/>
              </a:ext>
            </a:extLst>
          </p:cNvPr>
          <p:cNvSpPr/>
          <p:nvPr/>
        </p:nvSpPr>
        <p:spPr>
          <a:xfrm>
            <a:off x="8333944" y="5622876"/>
            <a:ext cx="5400581" cy="7785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활용 예시는 샘플데이터에서 확인 가능합니다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26358233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1" y="7417196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56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기타 전용 기능 설명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96940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344612" y="1224508"/>
            <a:ext cx="295231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기타 전용 기능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– </a:t>
            </a:r>
            <a:r>
              <a:rPr lang="ko-KR" altLang="en-US" sz="1600" b="1" dirty="0" err="1">
                <a:solidFill>
                  <a:srgbClr val="F2A0CB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스트링</a:t>
            </a:r>
            <a:r>
              <a:rPr lang="ko-KR" altLang="en-US" sz="1600" b="1" dirty="0">
                <a:solidFill>
                  <a:srgbClr val="F2A0CB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테이블 사용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스트링</a:t>
            </a: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데이터 출력</a:t>
            </a:r>
            <a:endParaRPr lang="en-US" altLang="ko-KR" sz="1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19830E4-6FEF-44DE-9779-B92224386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952" y="1152500"/>
            <a:ext cx="6639852" cy="187668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78EB759-4B6D-467F-A308-2E9DD3A3C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132" y="5121905"/>
            <a:ext cx="2781688" cy="105742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DF767D4-ACA2-47D1-AC84-356C8BFD7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5812" y="3600772"/>
            <a:ext cx="1486107" cy="92405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802201-CDCB-4487-B9C5-2116A75695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6284" y="4914848"/>
            <a:ext cx="1505160" cy="8954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C514876-39A3-4AF6-A430-A8CCED1B00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1874" y="6337076"/>
            <a:ext cx="1486107" cy="895475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492D7266-2F37-4A70-9A35-FE3949D145A0}"/>
              </a:ext>
            </a:extLst>
          </p:cNvPr>
          <p:cNvSpPr/>
          <p:nvPr/>
        </p:nvSpPr>
        <p:spPr>
          <a:xfrm>
            <a:off x="6393284" y="1391494"/>
            <a:ext cx="1152128" cy="1634473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7AD765A-9740-49BF-9B0C-D1AED5BD2396}"/>
              </a:ext>
            </a:extLst>
          </p:cNvPr>
          <p:cNvSpPr/>
          <p:nvPr/>
        </p:nvSpPr>
        <p:spPr>
          <a:xfrm>
            <a:off x="7545412" y="1391493"/>
            <a:ext cx="1224136" cy="1634473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685CD26-AA9D-4FA1-AD7D-E4DB2CEB8971}"/>
              </a:ext>
            </a:extLst>
          </p:cNvPr>
          <p:cNvSpPr/>
          <p:nvPr/>
        </p:nvSpPr>
        <p:spPr>
          <a:xfrm>
            <a:off x="8769548" y="1391493"/>
            <a:ext cx="1152128" cy="1634473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9951258-E82E-43DF-9FD1-6301EAD7B345}"/>
              </a:ext>
            </a:extLst>
          </p:cNvPr>
          <p:cNvSpPr/>
          <p:nvPr/>
        </p:nvSpPr>
        <p:spPr>
          <a:xfrm>
            <a:off x="5189665" y="5472981"/>
            <a:ext cx="2592288" cy="216024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AFFD195-DA00-45D4-BE6A-42CEC952A1A7}"/>
              </a:ext>
            </a:extLst>
          </p:cNvPr>
          <p:cNvSpPr/>
          <p:nvPr/>
        </p:nvSpPr>
        <p:spPr>
          <a:xfrm>
            <a:off x="5189665" y="5689005"/>
            <a:ext cx="2592288" cy="216024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3531DC9-D498-46EE-A26B-3C4A469DC3A6}"/>
              </a:ext>
            </a:extLst>
          </p:cNvPr>
          <p:cNvSpPr/>
          <p:nvPr/>
        </p:nvSpPr>
        <p:spPr>
          <a:xfrm>
            <a:off x="5189665" y="5905029"/>
            <a:ext cx="2592288" cy="216024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cxnSp>
        <p:nvCxnSpPr>
          <p:cNvPr id="29" name="꺾인 연결선 12">
            <a:extLst>
              <a:ext uri="{FF2B5EF4-FFF2-40B4-BE49-F238E27FC236}">
                <a16:creationId xmlns:a16="http://schemas.microsoft.com/office/drawing/2014/main" id="{D452595A-380E-4DAD-A88D-45D65615BACD}"/>
              </a:ext>
            </a:extLst>
          </p:cNvPr>
          <p:cNvCxnSpPr>
            <a:cxnSpLocks/>
            <a:stCxn id="14" idx="2"/>
            <a:endCxn id="28" idx="1"/>
          </p:cNvCxnSpPr>
          <p:nvPr/>
        </p:nvCxnSpPr>
        <p:spPr>
          <a:xfrm rot="5400000">
            <a:off x="4585970" y="3629663"/>
            <a:ext cx="2987074" cy="1779683"/>
          </a:xfrm>
          <a:prstGeom prst="bentConnector4">
            <a:avLst>
              <a:gd name="adj1" fmla="val 33036"/>
              <a:gd name="adj2" fmla="val 168003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꺾인 연결선 12">
            <a:extLst>
              <a:ext uri="{FF2B5EF4-FFF2-40B4-BE49-F238E27FC236}">
                <a16:creationId xmlns:a16="http://schemas.microsoft.com/office/drawing/2014/main" id="{C7B2250A-AB70-41DF-8EAD-A49A70693AF4}"/>
              </a:ext>
            </a:extLst>
          </p:cNvPr>
          <p:cNvCxnSpPr>
            <a:cxnSpLocks/>
            <a:stCxn id="16" idx="2"/>
            <a:endCxn id="27" idx="1"/>
          </p:cNvCxnSpPr>
          <p:nvPr/>
        </p:nvCxnSpPr>
        <p:spPr>
          <a:xfrm rot="5400000">
            <a:off x="5288048" y="2927584"/>
            <a:ext cx="2771051" cy="2967815"/>
          </a:xfrm>
          <a:prstGeom prst="bentConnector4">
            <a:avLst>
              <a:gd name="adj1" fmla="val 48051"/>
              <a:gd name="adj2" fmla="val 132170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연결선 12">
            <a:extLst>
              <a:ext uri="{FF2B5EF4-FFF2-40B4-BE49-F238E27FC236}">
                <a16:creationId xmlns:a16="http://schemas.microsoft.com/office/drawing/2014/main" id="{BF0EFA5D-8490-41F7-BCBB-D4F178904BDC}"/>
              </a:ext>
            </a:extLst>
          </p:cNvPr>
          <p:cNvCxnSpPr>
            <a:cxnSpLocks/>
            <a:stCxn id="18" idx="2"/>
            <a:endCxn id="20" idx="1"/>
          </p:cNvCxnSpPr>
          <p:nvPr/>
        </p:nvCxnSpPr>
        <p:spPr>
          <a:xfrm rot="5400000">
            <a:off x="5990126" y="2225506"/>
            <a:ext cx="2555027" cy="4155947"/>
          </a:xfrm>
          <a:prstGeom prst="bentConnector4">
            <a:avLst>
              <a:gd name="adj1" fmla="val 65254"/>
              <a:gd name="adj2" fmla="val 112080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 12">
            <a:extLst>
              <a:ext uri="{FF2B5EF4-FFF2-40B4-BE49-F238E27FC236}">
                <a16:creationId xmlns:a16="http://schemas.microsoft.com/office/drawing/2014/main" id="{872B27F0-7B60-4782-9590-1135608D6373}"/>
              </a:ext>
            </a:extLst>
          </p:cNvPr>
          <p:cNvCxnSpPr>
            <a:cxnSpLocks/>
          </p:cNvCxnSpPr>
          <p:nvPr/>
        </p:nvCxnSpPr>
        <p:spPr>
          <a:xfrm flipV="1">
            <a:off x="7764220" y="4061607"/>
            <a:ext cx="3363859" cy="1518194"/>
          </a:xfrm>
          <a:prstGeom prst="bentConnector3">
            <a:avLst>
              <a:gd name="adj1" fmla="val 57062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꺾인 연결선 12">
            <a:extLst>
              <a:ext uri="{FF2B5EF4-FFF2-40B4-BE49-F238E27FC236}">
                <a16:creationId xmlns:a16="http://schemas.microsoft.com/office/drawing/2014/main" id="{241F2DAE-AB4B-441F-9C65-B51DFAA3DD26}"/>
              </a:ext>
            </a:extLst>
          </p:cNvPr>
          <p:cNvCxnSpPr>
            <a:cxnSpLocks/>
            <a:stCxn id="27" idx="3"/>
            <a:endCxn id="11" idx="1"/>
          </p:cNvCxnSpPr>
          <p:nvPr/>
        </p:nvCxnSpPr>
        <p:spPr>
          <a:xfrm flipV="1">
            <a:off x="7781953" y="5362586"/>
            <a:ext cx="3354331" cy="434431"/>
          </a:xfrm>
          <a:prstGeom prst="bentConnector3">
            <a:avLst>
              <a:gd name="adj1" fmla="val 64299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꺾인 연결선 12">
            <a:extLst>
              <a:ext uri="{FF2B5EF4-FFF2-40B4-BE49-F238E27FC236}">
                <a16:creationId xmlns:a16="http://schemas.microsoft.com/office/drawing/2014/main" id="{37067777-7087-433D-A9C3-EBF765B91143}"/>
              </a:ext>
            </a:extLst>
          </p:cNvPr>
          <p:cNvCxnSpPr>
            <a:cxnSpLocks/>
            <a:stCxn id="28" idx="3"/>
            <a:endCxn id="12" idx="1"/>
          </p:cNvCxnSpPr>
          <p:nvPr/>
        </p:nvCxnSpPr>
        <p:spPr>
          <a:xfrm>
            <a:off x="7781953" y="6013041"/>
            <a:ext cx="3389921" cy="771773"/>
          </a:xfrm>
          <a:prstGeom prst="bentConnector3">
            <a:avLst>
              <a:gd name="adj1" fmla="val 56082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35DFFD3-6598-4592-9357-B9DC3E68DC42}"/>
              </a:ext>
            </a:extLst>
          </p:cNvPr>
          <p:cNvSpPr/>
          <p:nvPr/>
        </p:nvSpPr>
        <p:spPr>
          <a:xfrm>
            <a:off x="4953124" y="6806217"/>
            <a:ext cx="3888432" cy="7785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각각의 국가 코드를 이름을 가진 데이터가 출력 됩니다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71" name="꺾인 연결선 12">
            <a:extLst>
              <a:ext uri="{FF2B5EF4-FFF2-40B4-BE49-F238E27FC236}">
                <a16:creationId xmlns:a16="http://schemas.microsoft.com/office/drawing/2014/main" id="{D77422F0-4F80-4C68-BC21-C114A6ECA497}"/>
              </a:ext>
            </a:extLst>
          </p:cNvPr>
          <p:cNvCxnSpPr>
            <a:cxnSpLocks/>
            <a:stCxn id="70" idx="0"/>
            <a:endCxn id="8" idx="2"/>
          </p:cNvCxnSpPr>
          <p:nvPr/>
        </p:nvCxnSpPr>
        <p:spPr>
          <a:xfrm rot="16200000" flipV="1">
            <a:off x="6343214" y="6252091"/>
            <a:ext cx="626889" cy="481364"/>
          </a:xfrm>
          <a:prstGeom prst="bentConnector3">
            <a:avLst>
              <a:gd name="adj1" fmla="val 50000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F03B1A6-8785-4169-A4ED-E8DD29EC9B20}"/>
              </a:ext>
            </a:extLst>
          </p:cNvPr>
          <p:cNvSpPr/>
          <p:nvPr/>
        </p:nvSpPr>
        <p:spPr>
          <a:xfrm>
            <a:off x="10632423" y="1390795"/>
            <a:ext cx="2512881" cy="7785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각각의 컬럼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[ 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국가 코드 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 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 맞춰</a:t>
            </a:r>
            <a:endParaRPr lang="en-US" altLang="ko-KR" sz="18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80750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78494" y="7417196"/>
            <a:ext cx="404219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57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▶ 기타 전용 기능 설명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96940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344612" y="1224508"/>
            <a:ext cx="295232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기타 전용 기능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– </a:t>
            </a:r>
            <a:r>
              <a:rPr lang="ko-KR" altLang="en-US" sz="1600" b="1" dirty="0">
                <a:solidFill>
                  <a:srgbClr val="00B0F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코드 </a:t>
            </a:r>
            <a:r>
              <a:rPr lang="ko-KR" altLang="en-US" sz="1600" b="1" dirty="0" err="1">
                <a:solidFill>
                  <a:srgbClr val="00B0F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제네레이터</a:t>
            </a:r>
            <a:r>
              <a:rPr lang="ko-KR" altLang="en-US" sz="1600" b="1" dirty="0">
                <a:solidFill>
                  <a:srgbClr val="00B0F0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사용 </a:t>
            </a:r>
            <a:r>
              <a:rPr lang="en-US" altLang="ko-KR" sz="16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제네레이트</a:t>
            </a:r>
            <a:r>
              <a:rPr lang="ko-KR" altLang="en-US" sz="14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코드 출력</a:t>
            </a:r>
            <a:endParaRPr lang="en-US" altLang="ko-KR" sz="1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232E4A7-C9FD-4D8F-A53D-67DFAEC896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58"/>
          <a:stretch/>
        </p:blipFill>
        <p:spPr>
          <a:xfrm>
            <a:off x="3586231" y="2894885"/>
            <a:ext cx="9033002" cy="48036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3600544" y="3237981"/>
            <a:ext cx="2653059" cy="238212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6308184" y="3237981"/>
            <a:ext cx="3145819" cy="238212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569349-F331-424B-950F-371DDD2CC6CA}"/>
              </a:ext>
            </a:extLst>
          </p:cNvPr>
          <p:cNvSpPr/>
          <p:nvPr/>
        </p:nvSpPr>
        <p:spPr>
          <a:xfrm>
            <a:off x="9518744" y="3237981"/>
            <a:ext cx="3105179" cy="238212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5233143" y="2215693"/>
            <a:ext cx="2086751" cy="5522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dirty="0" err="1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Enum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코드를 출력합니다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29" name="꺾인 연결선 28"/>
          <p:cNvCxnSpPr>
            <a:stCxn id="16" idx="0"/>
            <a:endCxn id="28" idx="1"/>
          </p:cNvCxnSpPr>
          <p:nvPr/>
        </p:nvCxnSpPr>
        <p:spPr>
          <a:xfrm rot="5400000" flipH="1" flipV="1">
            <a:off x="4707032" y="2711871"/>
            <a:ext cx="746153" cy="306069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8181686" y="2215693"/>
            <a:ext cx="2086751" cy="5522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Client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코드를 출력합니다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36" name="꺾인 연결선 35"/>
          <p:cNvCxnSpPr>
            <a:stCxn id="22" idx="0"/>
            <a:endCxn id="35" idx="1"/>
          </p:cNvCxnSpPr>
          <p:nvPr/>
        </p:nvCxnSpPr>
        <p:spPr>
          <a:xfrm rot="5400000" flipH="1" flipV="1">
            <a:off x="7658314" y="2714609"/>
            <a:ext cx="746153" cy="300592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0F7BBD9-CFD7-437C-98DD-F14B21C5B20C}"/>
              </a:ext>
            </a:extLst>
          </p:cNvPr>
          <p:cNvSpPr/>
          <p:nvPr/>
        </p:nvSpPr>
        <p:spPr>
          <a:xfrm>
            <a:off x="11363095" y="2215693"/>
            <a:ext cx="2086751" cy="5522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Server 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코드를 출력합니다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cxnSp>
        <p:nvCxnSpPr>
          <p:cNvPr id="47" name="꺾인 연결선 46"/>
          <p:cNvCxnSpPr>
            <a:endCxn id="46" idx="1"/>
          </p:cNvCxnSpPr>
          <p:nvPr/>
        </p:nvCxnSpPr>
        <p:spPr>
          <a:xfrm rot="5400000" flipH="1" flipV="1">
            <a:off x="10844137" y="2719026"/>
            <a:ext cx="746156" cy="291760"/>
          </a:xfrm>
          <a:prstGeom prst="bentConnector2">
            <a:avLst/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FB4455-41EE-450F-A86A-8B745099B69A}"/>
              </a:ext>
            </a:extLst>
          </p:cNvPr>
          <p:cNvSpPr/>
          <p:nvPr/>
        </p:nvSpPr>
        <p:spPr>
          <a:xfrm>
            <a:off x="3607890" y="1157019"/>
            <a:ext cx="5449687" cy="64355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Data Define 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정보를 기준으로 하여 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Code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를 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Generate 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하여 출력하는 기능입니다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73580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3666092" y="7417196"/>
            <a:ext cx="404218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58</a:t>
            </a:fld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704653" y="2664668"/>
            <a:ext cx="12529391" cy="45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04653" y="1541495"/>
            <a:ext cx="125293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solidFill>
                  <a:srgbClr val="00FFCC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업데이트 내역</a:t>
            </a:r>
            <a:endParaRPr lang="en-US" altLang="ko-KR" sz="6600" dirty="0">
              <a:solidFill>
                <a:srgbClr val="00FFCC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33940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1" y="7417196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59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2020</a:t>
            </a:r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년 </a:t>
            </a:r>
            <a:r>
              <a:rPr lang="en-US" altLang="ko-KR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10</a:t>
            </a:r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월 </a:t>
            </a:r>
            <a:r>
              <a:rPr lang="en-US" altLang="ko-KR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9</a:t>
            </a:r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 업데이트 내용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96940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04BA949-AB87-414D-959A-58DB791914EB}"/>
              </a:ext>
            </a:extLst>
          </p:cNvPr>
          <p:cNvSpPr txBox="1"/>
          <p:nvPr/>
        </p:nvSpPr>
        <p:spPr>
          <a:xfrm>
            <a:off x="344613" y="1254993"/>
            <a:ext cx="273630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이번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업데이트 내용 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UX / UI 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개편</a:t>
            </a: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및 </a:t>
            </a: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UX / UI 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기능 개선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기본 설명서 업데이트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도움말 기능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샘플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파일에 설명서 업데이트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F5B025C-8A9D-4146-A0B6-B361CBEEECD6}"/>
              </a:ext>
            </a:extLst>
          </p:cNvPr>
          <p:cNvCxnSpPr>
            <a:cxnSpLocks/>
          </p:cNvCxnSpPr>
          <p:nvPr/>
        </p:nvCxnSpPr>
        <p:spPr>
          <a:xfrm flipH="1">
            <a:off x="272604" y="4176836"/>
            <a:ext cx="295232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8D1F31F-2DE4-4E1B-B185-A7664F5CBAD8}"/>
              </a:ext>
            </a:extLst>
          </p:cNvPr>
          <p:cNvSpPr txBox="1"/>
          <p:nvPr/>
        </p:nvSpPr>
        <p:spPr>
          <a:xfrm>
            <a:off x="344613" y="4425033"/>
            <a:ext cx="27363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다음 업데이트 내용  예고 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SQL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Server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연동 기능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NON – Define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기능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일부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UX / UI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개선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0BFB87C-C6B9-47B4-B14B-1DD795B3EC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59"/>
          <a:stretch/>
        </p:blipFill>
        <p:spPr>
          <a:xfrm>
            <a:off x="3440956" y="1837869"/>
            <a:ext cx="7048486" cy="37174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  <a:softEdge rad="127000"/>
          </a:effectLst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9122C306-187E-406E-9D6C-45A0AAA50D67}"/>
              </a:ext>
            </a:extLst>
          </p:cNvPr>
          <p:cNvSpPr/>
          <p:nvPr/>
        </p:nvSpPr>
        <p:spPr>
          <a:xfrm>
            <a:off x="3404952" y="1180235"/>
            <a:ext cx="10477156" cy="5483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사용성을 높이기 위해서 툴의 전반적인 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UX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와 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를 대폭 개편하였습니다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249F30C2-EFE8-44F5-AF67-771F47891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308" y="3874596"/>
            <a:ext cx="7200800" cy="37763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12748753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1" y="7417196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60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2020</a:t>
            </a:r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년 </a:t>
            </a:r>
            <a:r>
              <a:rPr lang="en-US" altLang="ko-KR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10</a:t>
            </a:r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월 </a:t>
            </a:r>
            <a:r>
              <a:rPr lang="en-US" altLang="ko-KR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9</a:t>
            </a:r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 업데이트 내용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96940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04BA949-AB87-414D-959A-58DB791914EB}"/>
              </a:ext>
            </a:extLst>
          </p:cNvPr>
          <p:cNvSpPr txBox="1"/>
          <p:nvPr/>
        </p:nvSpPr>
        <p:spPr>
          <a:xfrm>
            <a:off x="344613" y="1254993"/>
            <a:ext cx="273630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이번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업데이트 내용 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UX / UI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개편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및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UX / UI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기능 개선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기본 설명서 업데이트 </a:t>
            </a: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도움말 기능</a:t>
            </a: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샘플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파일에 설명서 업데이트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F5B025C-8A9D-4146-A0B6-B361CBEEECD6}"/>
              </a:ext>
            </a:extLst>
          </p:cNvPr>
          <p:cNvCxnSpPr>
            <a:cxnSpLocks/>
          </p:cNvCxnSpPr>
          <p:nvPr/>
        </p:nvCxnSpPr>
        <p:spPr>
          <a:xfrm flipH="1">
            <a:off x="272604" y="4176836"/>
            <a:ext cx="295232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8D1F31F-2DE4-4E1B-B185-A7664F5CBAD8}"/>
              </a:ext>
            </a:extLst>
          </p:cNvPr>
          <p:cNvSpPr txBox="1"/>
          <p:nvPr/>
        </p:nvSpPr>
        <p:spPr>
          <a:xfrm>
            <a:off x="344613" y="4425033"/>
            <a:ext cx="27363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다음 업데이트 내용  예고 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SQL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Server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연동 기능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NON – Define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기능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일부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UX / UI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개선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4C2592-5051-4D16-AE31-937E66840320}"/>
              </a:ext>
            </a:extLst>
          </p:cNvPr>
          <p:cNvSpPr/>
          <p:nvPr/>
        </p:nvSpPr>
        <p:spPr>
          <a:xfrm>
            <a:off x="3404952" y="1180235"/>
            <a:ext cx="10477156" cy="7078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사용자분들께서 조금 더 툴을 사용하기 편하게 안내하고자 </a:t>
            </a:r>
            <a:r>
              <a:rPr lang="en-US" altLang="ko-KR" sz="1800" dirty="0">
                <a:solidFill>
                  <a:srgbClr val="FF4E3B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1800" dirty="0">
                <a:solidFill>
                  <a:srgbClr val="FF4E3B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기본 설명서 </a:t>
            </a:r>
            <a:r>
              <a:rPr lang="en-US" altLang="ko-KR" sz="1800" dirty="0">
                <a:solidFill>
                  <a:srgbClr val="FF4E3B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를 업데이트 하였습니다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 </a:t>
            </a:r>
          </a:p>
          <a:p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또한 툴에서 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? ] 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버튼을 클릭하면 설명서로 연결하여 바로 해당 내용에 대해서 확인할 수 있는 기능을 추가하였습니다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endParaRPr lang="en-US" altLang="ko-KR" sz="18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237AB4A-155A-49F4-9A66-28671C5EF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956" y="2158377"/>
            <a:ext cx="5412236" cy="28803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BE64514-FD58-4F2A-B26F-310CCB1312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294" r="385" b="60522"/>
          <a:stretch/>
        </p:blipFill>
        <p:spPr>
          <a:xfrm>
            <a:off x="9561636" y="4233637"/>
            <a:ext cx="3096333" cy="31708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28E1D5C-5A12-4ABE-B8B7-95733023C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956" y="5233733"/>
            <a:ext cx="5406427" cy="23811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6AE8E0-71BB-4B73-B91C-F64058BF08E4}"/>
              </a:ext>
            </a:extLst>
          </p:cNvPr>
          <p:cNvSpPr/>
          <p:nvPr/>
        </p:nvSpPr>
        <p:spPr>
          <a:xfrm>
            <a:off x="12431488" y="4843513"/>
            <a:ext cx="216013" cy="220816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217AC1-4B7B-45A8-B1A1-8FEF62CD8E48}"/>
              </a:ext>
            </a:extLst>
          </p:cNvPr>
          <p:cNvSpPr/>
          <p:nvPr/>
        </p:nvSpPr>
        <p:spPr>
          <a:xfrm>
            <a:off x="12215453" y="4229849"/>
            <a:ext cx="216013" cy="220816"/>
          </a:xfrm>
          <a:prstGeom prst="rect">
            <a:avLst/>
          </a:prstGeom>
          <a:noFill/>
          <a:ln w="12700">
            <a:solidFill>
              <a:srgbClr val="00FF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       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F44F7B1-59F4-4564-A675-2A94830D6282}"/>
              </a:ext>
            </a:extLst>
          </p:cNvPr>
          <p:cNvSpPr/>
          <p:nvPr/>
        </p:nvSpPr>
        <p:spPr>
          <a:xfrm>
            <a:off x="11999429" y="2402268"/>
            <a:ext cx="1367405" cy="5040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도움말 출력 버튼</a:t>
            </a:r>
            <a:endParaRPr lang="en-US" altLang="ko-KR" sz="18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cxnSp>
        <p:nvCxnSpPr>
          <p:cNvPr id="21" name="꺾인 연결선 35">
            <a:extLst>
              <a:ext uri="{FF2B5EF4-FFF2-40B4-BE49-F238E27FC236}">
                <a16:creationId xmlns:a16="http://schemas.microsoft.com/office/drawing/2014/main" id="{F969CB89-FCFD-403B-A102-7581251A6865}"/>
              </a:ext>
            </a:extLst>
          </p:cNvPr>
          <p:cNvCxnSpPr>
            <a:cxnSpLocks/>
            <a:stCxn id="14" idx="1"/>
            <a:endCxn id="16" idx="1"/>
          </p:cNvCxnSpPr>
          <p:nvPr/>
        </p:nvCxnSpPr>
        <p:spPr>
          <a:xfrm rot="10800000">
            <a:off x="11999429" y="2654297"/>
            <a:ext cx="216024" cy="1685961"/>
          </a:xfrm>
          <a:prstGeom prst="bentConnector3">
            <a:avLst>
              <a:gd name="adj1" fmla="val 205822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35">
            <a:extLst>
              <a:ext uri="{FF2B5EF4-FFF2-40B4-BE49-F238E27FC236}">
                <a16:creationId xmlns:a16="http://schemas.microsoft.com/office/drawing/2014/main" id="{7B94D7DC-5AB8-4FA7-B751-0AD681C31FAA}"/>
              </a:ext>
            </a:extLst>
          </p:cNvPr>
          <p:cNvCxnSpPr>
            <a:cxnSpLocks/>
            <a:stCxn id="11" idx="3"/>
            <a:endCxn id="16" idx="3"/>
          </p:cNvCxnSpPr>
          <p:nvPr/>
        </p:nvCxnSpPr>
        <p:spPr>
          <a:xfrm flipV="1">
            <a:off x="12647501" y="2654296"/>
            <a:ext cx="719333" cy="2299625"/>
          </a:xfrm>
          <a:prstGeom prst="bentConnector3">
            <a:avLst>
              <a:gd name="adj1" fmla="val 131779"/>
            </a:avLst>
          </a:prstGeom>
          <a:ln w="9525">
            <a:solidFill>
              <a:srgbClr val="00FFCC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358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1" y="7417196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61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2020</a:t>
            </a:r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년 </a:t>
            </a:r>
            <a:r>
              <a:rPr lang="en-US" altLang="ko-KR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10</a:t>
            </a:r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월 </a:t>
            </a:r>
            <a:r>
              <a:rPr lang="en-US" altLang="ko-KR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9</a:t>
            </a:r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 업데이트 내용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96940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04BA949-AB87-414D-959A-58DB791914EB}"/>
              </a:ext>
            </a:extLst>
          </p:cNvPr>
          <p:cNvSpPr txBox="1"/>
          <p:nvPr/>
        </p:nvSpPr>
        <p:spPr>
          <a:xfrm>
            <a:off x="344613" y="1254993"/>
            <a:ext cx="273630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이번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업데이트 내용 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UX / UI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개편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및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UX / UI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기능 개선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기본 설명서 업데이트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도움말 기능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샘플 </a:t>
            </a: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파일에 설명서 업데이트</a:t>
            </a:r>
            <a:endParaRPr lang="en-US" altLang="ko-KR" sz="16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F5B025C-8A9D-4146-A0B6-B361CBEEECD6}"/>
              </a:ext>
            </a:extLst>
          </p:cNvPr>
          <p:cNvCxnSpPr>
            <a:cxnSpLocks/>
          </p:cNvCxnSpPr>
          <p:nvPr/>
        </p:nvCxnSpPr>
        <p:spPr>
          <a:xfrm flipH="1">
            <a:off x="272604" y="4176836"/>
            <a:ext cx="295232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8D1F31F-2DE4-4E1B-B185-A7664F5CBAD8}"/>
              </a:ext>
            </a:extLst>
          </p:cNvPr>
          <p:cNvSpPr txBox="1"/>
          <p:nvPr/>
        </p:nvSpPr>
        <p:spPr>
          <a:xfrm>
            <a:off x="344613" y="4425033"/>
            <a:ext cx="27363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다음 업데이트 내용  예고 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SQL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Server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연동 기능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NON – Define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기능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일부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UX / UI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개선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0FC9787-FBEB-40B1-AFAD-97612D2043DC}"/>
              </a:ext>
            </a:extLst>
          </p:cNvPr>
          <p:cNvSpPr/>
          <p:nvPr/>
        </p:nvSpPr>
        <p:spPr>
          <a:xfrm>
            <a:off x="3404952" y="1180236"/>
            <a:ext cx="10477156" cy="7078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사용자분들께서 조금 더 툴을 사용하기 편하게 안내하고자 샘플 데이터 </a:t>
            </a:r>
            <a:r>
              <a:rPr lang="en-US" altLang="ko-KR" sz="1800" dirty="0">
                <a:solidFill>
                  <a:srgbClr val="FF4E3B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Excel </a:t>
            </a:r>
            <a:r>
              <a:rPr lang="ko-KR" altLang="en-US" sz="1800" dirty="0">
                <a:solidFill>
                  <a:srgbClr val="FF4E3B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 </a:t>
            </a:r>
            <a:r>
              <a:rPr lang="en-US" altLang="ko-KR" sz="1800" dirty="0">
                <a:solidFill>
                  <a:srgbClr val="FF4E3B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에 </a:t>
            </a:r>
            <a:r>
              <a:rPr lang="en-US" altLang="ko-KR" sz="1800" dirty="0">
                <a:solidFill>
                  <a:srgbClr val="FF4E3B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1800" dirty="0">
                <a:solidFill>
                  <a:srgbClr val="FF4E3B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세부 설정 설명서 </a:t>
            </a:r>
            <a:r>
              <a:rPr lang="en-US" altLang="ko-KR" sz="1800" dirty="0">
                <a:solidFill>
                  <a:srgbClr val="FF4E3B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를 업데이트 하였습니다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  <a:p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해당 내용은 툴 정보에서 샘플 데이터를 내려 받아 확인 할 수 있습니다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DA726E3-98A3-4475-9F3C-8D17F6057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927" y="2001749"/>
            <a:ext cx="8418834" cy="26791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FDD437C-D582-4A67-9005-EF6EA85DD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502" y="4836759"/>
            <a:ext cx="6323981" cy="28083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16403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3666091" y="7417196"/>
            <a:ext cx="416621" cy="422275"/>
          </a:xfrm>
        </p:spPr>
        <p:txBody>
          <a:bodyPr/>
          <a:lstStyle/>
          <a:p>
            <a:fld id="{855871F4-3A6B-458D-8736-038D63363888}" type="slidenum">
              <a:rPr lang="ko-KR" altLang="en-US" smtClean="0"/>
              <a:t>62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0596" y="144388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2020</a:t>
            </a:r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년 </a:t>
            </a:r>
            <a:r>
              <a:rPr lang="en-US" altLang="ko-KR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10</a:t>
            </a:r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월 </a:t>
            </a:r>
            <a:r>
              <a:rPr lang="en-US" altLang="ko-KR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9</a:t>
            </a:r>
            <a:r>
              <a:rPr lang="ko-KR" altLang="en-US" sz="4000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 업데이트 내용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296940" y="1152500"/>
            <a:ext cx="0" cy="65527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04BA949-AB87-414D-959A-58DB791914EB}"/>
              </a:ext>
            </a:extLst>
          </p:cNvPr>
          <p:cNvSpPr txBox="1"/>
          <p:nvPr/>
        </p:nvSpPr>
        <p:spPr>
          <a:xfrm>
            <a:off x="344613" y="1254993"/>
            <a:ext cx="273630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이번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업데이트 내용 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UX / UI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개편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및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UX / UI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기능 개선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기본 설명서 업데이트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(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도움말 기능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)</a:t>
            </a:r>
          </a:p>
          <a:p>
            <a:pPr marL="457200" indent="-457200">
              <a:buFont typeface="+mj-ea"/>
              <a:buAutoNum type="circleNumDbPlain"/>
            </a:pP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샘플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Excel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파일에 설명서 업데이트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F5B025C-8A9D-4146-A0B6-B361CBEEECD6}"/>
              </a:ext>
            </a:extLst>
          </p:cNvPr>
          <p:cNvCxnSpPr>
            <a:cxnSpLocks/>
          </p:cNvCxnSpPr>
          <p:nvPr/>
        </p:nvCxnSpPr>
        <p:spPr>
          <a:xfrm flipH="1">
            <a:off x="272604" y="4176836"/>
            <a:ext cx="295232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8D1F31F-2DE4-4E1B-B185-A7664F5CBAD8}"/>
              </a:ext>
            </a:extLst>
          </p:cNvPr>
          <p:cNvSpPr txBox="1"/>
          <p:nvPr/>
        </p:nvSpPr>
        <p:spPr>
          <a:xfrm>
            <a:off x="344613" y="4425033"/>
            <a:ext cx="27363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[ </a:t>
            </a:r>
            <a:r>
              <a:rPr lang="ko-KR" altLang="en-US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다음 업데이트 내용  예고 </a:t>
            </a:r>
            <a:r>
              <a:rPr lang="en-US" altLang="ko-KR" sz="2000" b="1" dirty="0">
                <a:solidFill>
                  <a:schemeClr val="bg1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]</a:t>
            </a:r>
          </a:p>
          <a:p>
            <a:endParaRPr lang="en-US" altLang="ko-KR" sz="1600" dirty="0">
              <a:solidFill>
                <a:schemeClr val="bg1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SQL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Server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연동 기능</a:t>
            </a:r>
            <a:endParaRPr lang="en-US" altLang="ko-KR" sz="16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NON – Define 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기능</a:t>
            </a: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일부 </a:t>
            </a:r>
            <a:r>
              <a:rPr lang="en-US" altLang="ko-KR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UX / UI </a:t>
            </a:r>
            <a:r>
              <a:rPr lang="ko-KR" altLang="en-US" sz="16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개선</a:t>
            </a:r>
            <a:endParaRPr lang="en-US" altLang="ko-KR" sz="1600" dirty="0">
              <a:solidFill>
                <a:srgbClr val="F8E71D"/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122C306-187E-406E-9D6C-45A0AAA50D67}"/>
              </a:ext>
            </a:extLst>
          </p:cNvPr>
          <p:cNvSpPr/>
          <p:nvPr/>
        </p:nvSpPr>
        <p:spPr>
          <a:xfrm>
            <a:off x="3404952" y="1180235"/>
            <a:ext cx="10477156" cy="5483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다음과 같은 기능들이 다음 버전에서 업데이트 될 예정입니다</a:t>
            </a:r>
            <a:r>
              <a:rPr lang="en-US" altLang="ko-KR" sz="1800" dirty="0">
                <a:solidFill>
                  <a:srgbClr val="F8E71D"/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2B40037-5C7D-4FD9-9568-45FB6F2F590C}"/>
              </a:ext>
            </a:extLst>
          </p:cNvPr>
          <p:cNvSpPr/>
          <p:nvPr/>
        </p:nvSpPr>
        <p:spPr>
          <a:xfrm>
            <a:off x="3404952" y="1919546"/>
            <a:ext cx="10477156" cy="578568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altLang="ko-KR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SQL</a:t>
            </a:r>
            <a:r>
              <a:rPr lang="ko-KR" altLang="en-US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</a:t>
            </a:r>
            <a:r>
              <a:rPr lang="en-US" altLang="ko-KR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Server</a:t>
            </a:r>
            <a:r>
              <a:rPr lang="ko-KR" altLang="en-US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연동 기능</a:t>
            </a:r>
            <a:endParaRPr lang="en-US" altLang="ko-KR" sz="1800" dirty="0">
              <a:solidFill>
                <a:schemeClr val="bg1">
                  <a:lumMod val="8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AutoNum type="arabicPeriod"/>
            </a:pPr>
            <a:r>
              <a:rPr lang="en-US" altLang="ko-KR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SQL Server</a:t>
            </a:r>
            <a:r>
              <a:rPr lang="ko-KR" altLang="en-US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와 </a:t>
            </a:r>
            <a:r>
              <a:rPr lang="en-US" altLang="ko-KR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Define </a:t>
            </a:r>
            <a:r>
              <a:rPr lang="ko-KR" altLang="en-US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기능을 이용한 </a:t>
            </a:r>
            <a:r>
              <a:rPr lang="en-US" altLang="ko-KR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ERD </a:t>
            </a:r>
            <a:r>
              <a:rPr lang="ko-KR" altLang="en-US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자동 생성 기능</a:t>
            </a:r>
            <a:endParaRPr lang="en-US" altLang="ko-KR" sz="1800" dirty="0">
              <a:solidFill>
                <a:schemeClr val="bg1">
                  <a:lumMod val="8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AutoNum type="arabicPeriod"/>
            </a:pPr>
            <a:r>
              <a:rPr lang="en-US" altLang="ko-KR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Client </a:t>
            </a:r>
            <a:r>
              <a:rPr lang="ko-KR" altLang="en-US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및 </a:t>
            </a:r>
            <a:r>
              <a:rPr lang="en-US" altLang="ko-KR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Server </a:t>
            </a:r>
            <a:r>
              <a:rPr lang="ko-KR" altLang="en-US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데이터 </a:t>
            </a:r>
            <a:r>
              <a:rPr lang="en-US" altLang="ko-KR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SQL Server</a:t>
            </a:r>
            <a:r>
              <a:rPr lang="ko-KR" altLang="en-US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로 업데이트 하는 기능</a:t>
            </a:r>
            <a:endParaRPr lang="en-US" altLang="ko-KR" sz="1800" dirty="0">
              <a:solidFill>
                <a:schemeClr val="bg1">
                  <a:lumMod val="8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AutoNum type="arabicPeriod"/>
            </a:pPr>
            <a:endParaRPr lang="en-US" altLang="ko-KR" sz="1800" dirty="0">
              <a:solidFill>
                <a:schemeClr val="bg1">
                  <a:lumMod val="8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AutoNum type="arabicPeriod"/>
            </a:pPr>
            <a:r>
              <a:rPr lang="en-US" altLang="ko-KR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NON – Define </a:t>
            </a:r>
            <a:r>
              <a:rPr lang="ko-KR" altLang="en-US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기능</a:t>
            </a:r>
            <a:endParaRPr lang="en-US" altLang="ko-KR" sz="1800" dirty="0">
              <a:solidFill>
                <a:schemeClr val="bg1">
                  <a:lumMod val="8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AutoNum type="arabicPeriod"/>
            </a:pPr>
            <a:r>
              <a:rPr lang="ko-KR" altLang="en-US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일부 기능을 제한하는 대신 </a:t>
            </a:r>
            <a:r>
              <a:rPr lang="en-US" altLang="ko-KR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Define</a:t>
            </a:r>
            <a:r>
              <a:rPr lang="ko-KR" altLang="en-US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을 사용하지 않고</a:t>
            </a:r>
            <a:r>
              <a:rPr lang="en-US" altLang="ko-KR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,</a:t>
            </a:r>
            <a:r>
              <a:rPr lang="ko-KR" altLang="en-US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 툴을 사용하는 기능 추가</a:t>
            </a:r>
            <a:endParaRPr lang="en-US" altLang="ko-KR" sz="1800" dirty="0">
              <a:solidFill>
                <a:schemeClr val="bg1">
                  <a:lumMod val="8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AutoNum type="arabicPeriod"/>
            </a:pPr>
            <a:endParaRPr lang="en-US" altLang="ko-KR" sz="1800" dirty="0">
              <a:solidFill>
                <a:schemeClr val="bg1">
                  <a:lumMod val="8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342900" indent="-342900">
              <a:buAutoNum type="arabicPeriod"/>
            </a:pPr>
            <a:r>
              <a:rPr lang="en-US" altLang="ko-KR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UI / UX </a:t>
            </a:r>
            <a:r>
              <a:rPr lang="ko-KR" altLang="en-US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개선</a:t>
            </a:r>
            <a:endParaRPr lang="en-US" altLang="ko-KR" sz="1800" dirty="0">
              <a:solidFill>
                <a:schemeClr val="bg1">
                  <a:lumMod val="8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  <a:p>
            <a:pPr marL="918972" lvl="1" indent="-342900">
              <a:buAutoNum type="arabicPeriod"/>
            </a:pPr>
            <a:r>
              <a:rPr lang="ko-KR" altLang="en-US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일부 </a:t>
            </a:r>
            <a:r>
              <a:rPr lang="en-US" altLang="ko-KR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UX / UI </a:t>
            </a:r>
            <a:r>
              <a:rPr lang="ko-KR" altLang="en-US" sz="1800" dirty="0">
                <a:solidFill>
                  <a:schemeClr val="bg1">
                    <a:lumMod val="85000"/>
                  </a:schemeClr>
                </a:solidFill>
                <a:latin typeface="Koverwatch" panose="02020603020101020101" pitchFamily="18" charset="-127"/>
                <a:ea typeface="Koverwatch" panose="02020603020101020101" pitchFamily="18" charset="-127"/>
              </a:rPr>
              <a:t>개선</a:t>
            </a:r>
            <a:endParaRPr lang="en-US" altLang="ko-KR" sz="1800" dirty="0">
              <a:solidFill>
                <a:schemeClr val="bg1">
                  <a:lumMod val="85000"/>
                </a:schemeClr>
              </a:solidFill>
              <a:latin typeface="Koverwatch" panose="02020603020101020101" pitchFamily="18" charset="-127"/>
              <a:ea typeface="Koverwatch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972851"/>
      </p:ext>
    </p:extLst>
  </p:cSld>
  <p:clrMapOvr>
    <a:masterClrMapping/>
  </p:clrMapOvr>
</p:sld>
</file>

<file path=ppt/theme/theme1.xml><?xml version="1.0" encoding="utf-8"?>
<a:theme xmlns:a="http://schemas.openxmlformats.org/drawingml/2006/main" name="표지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8E1633B3AF9704DA61B453AB1E6721D" ma:contentTypeVersion="6" ma:contentTypeDescription="새 문서를 만듭니다." ma:contentTypeScope="" ma:versionID="71c7354d898e3dfea46414f85c2d42ae">
  <xsd:schema xmlns:xsd="http://www.w3.org/2001/XMLSchema" xmlns:xs="http://www.w3.org/2001/XMLSchema" xmlns:p="http://schemas.microsoft.com/office/2006/metadata/properties" xmlns:ns2="47edd797-fda6-4eb6-b531-9c92880cca7a" targetNamespace="http://schemas.microsoft.com/office/2006/metadata/properties" ma:root="true" ma:fieldsID="ed742ff3be83f02bcf2db2ab1c9e709d" ns2:_="">
    <xsd:import namespace="47edd797-fda6-4eb6-b531-9c92880cca7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edd797-fda6-4eb6-b531-9c92880cca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8E72E9E-3EE2-4A2D-9B2E-692D236F0327}">
  <ds:schemaRefs>
    <ds:schemaRef ds:uri="http://schemas.microsoft.com/office/2006/metadata/properties"/>
    <ds:schemaRef ds:uri="http://purl.org/dc/terms/"/>
    <ds:schemaRef ds:uri="http://purl.org/dc/elements/1.1/"/>
    <ds:schemaRef ds:uri="http://schemas.microsoft.com/office/infopath/2007/PartnerControls"/>
    <ds:schemaRef ds:uri="47edd797-fda6-4eb6-b531-9c92880cca7a"/>
    <ds:schemaRef ds:uri="http://www.w3.org/XML/1998/namespace"/>
    <ds:schemaRef ds:uri="http://purl.org/dc/dcmitype/"/>
    <ds:schemaRef ds:uri="http://schemas.microsoft.com/office/2006/documentManagement/type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38495075-76A6-467E-BA6D-A918E4DC47A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8948C8-0447-44F6-9FF4-B207C2865F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edd797-fda6-4eb6-b531-9c92880cca7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92149</TotalTime>
  <Words>4812</Words>
  <Application>Microsoft Office PowerPoint</Application>
  <PresentationFormat>사용자 지정</PresentationFormat>
  <Paragraphs>1255</Paragraphs>
  <Slides>62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62</vt:i4>
      </vt:variant>
    </vt:vector>
  </HeadingPairs>
  <TitlesOfParts>
    <vt:vector size="67" baseType="lpstr">
      <vt:lpstr>Koverwatch</vt:lpstr>
      <vt:lpstr>Wingdings</vt:lpstr>
      <vt:lpstr>Arial</vt:lpstr>
      <vt:lpstr>맑은 고딕</vt:lpstr>
      <vt:lpstr>표지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김성은</dc:creator>
  <cp:lastModifiedBy>김 태환</cp:lastModifiedBy>
  <cp:revision>10368</cp:revision>
  <cp:lastPrinted>2016-08-19T01:59:32Z</cp:lastPrinted>
  <dcterms:created xsi:type="dcterms:W3CDTF">2012-11-30T01:13:13Z</dcterms:created>
  <dcterms:modified xsi:type="dcterms:W3CDTF">2020-10-08T20:14:23Z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0x010100B8E1633B3AF9704DA61B453AB1E6721D</vt:lpwstr>
  </property>
</Properties>
</file>